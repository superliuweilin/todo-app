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9" r:id="rId1"/>
  </p:sldMasterIdLst>
  <p:notesMasterIdLst>
    <p:notesMasterId r:id="rId25"/>
  </p:notesMasterIdLst>
  <p:sldIdLst>
    <p:sldId id="256" r:id="rId2"/>
    <p:sldId id="263" r:id="rId3"/>
    <p:sldId id="445" r:id="rId4"/>
    <p:sldId id="544" r:id="rId5"/>
    <p:sldId id="502" r:id="rId6"/>
    <p:sldId id="545" r:id="rId7"/>
    <p:sldId id="543" r:id="rId8"/>
    <p:sldId id="546" r:id="rId9"/>
    <p:sldId id="547" r:id="rId10"/>
    <p:sldId id="548" r:id="rId11"/>
    <p:sldId id="549" r:id="rId12"/>
    <p:sldId id="550" r:id="rId13"/>
    <p:sldId id="551" r:id="rId14"/>
    <p:sldId id="552" r:id="rId15"/>
    <p:sldId id="553" r:id="rId16"/>
    <p:sldId id="554" r:id="rId17"/>
    <p:sldId id="555" r:id="rId18"/>
    <p:sldId id="557" r:id="rId19"/>
    <p:sldId id="558" r:id="rId20"/>
    <p:sldId id="559" r:id="rId21"/>
    <p:sldId id="481" r:id="rId22"/>
    <p:sldId id="537" r:id="rId23"/>
    <p:sldId id="560" r:id="rId24"/>
  </p:sldIdLst>
  <p:sldSz cx="9144000" cy="6858000" type="screen4x3"/>
  <p:notesSz cx="6858000" cy="9144000"/>
  <p:custDataLst>
    <p:tags r:id="rId2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5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7" name="宋洁然" initials="宋" lastIdx="2" clrIdx="1"/>
  <p:cmAuthor id="1" name="Gcc0208" initials="G" lastIdx="1" clrIdx="0"/>
  <p:cmAuthor id="8" name="ming qiu" initials="m" lastIdx="17" clrIdx="1"/>
  <p:cmAuthor id="2" name="1234567" initials="123" lastIdx="1" clrIdx="1"/>
  <p:cmAuthor id="9" name="卫林 刘" initials="卫刘" lastIdx="3" clrIdx="3">
    <p:extLst>
      <p:ext uri="{19B8F6BF-5375-455C-9EA6-DF929625EA0E}">
        <p15:presenceInfo xmlns:p15="http://schemas.microsoft.com/office/powerpoint/2012/main" userId="40632c1f0ab478bb" providerId="Windows Live"/>
      </p:ext>
    </p:extLst>
  </p:cmAuthor>
  <p:cmAuthor id="3" name="1206988966@qq.com" initials="1" lastIdx="1" clrIdx="2"/>
  <p:cmAuthor id="4" name="姜伟光" initials="姜" lastIdx="1" clrIdx="0"/>
  <p:cmAuthor id="5" name="作者" initials="作" lastIdx="1" clrIdx="1"/>
  <p:cmAuthor id="6" name="lenovo" initials="l" lastIdx="6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2F59"/>
    <a:srgbClr val="FEED04"/>
    <a:srgbClr val="315299"/>
    <a:srgbClr val="EAC357"/>
    <a:srgbClr val="253A61"/>
    <a:srgbClr val="004D73"/>
    <a:srgbClr val="0941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460" autoAdjust="0"/>
    <p:restoredTop sz="83320" autoAdjust="0"/>
  </p:normalViewPr>
  <p:slideViewPr>
    <p:cSldViewPr snapToGrid="0">
      <p:cViewPr varScale="1">
        <p:scale>
          <a:sx n="94" d="100"/>
          <a:sy n="94" d="100"/>
        </p:scale>
        <p:origin x="1184" y="76"/>
      </p:cViewPr>
      <p:guideLst>
        <p:guide orient="horz" pos="459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3016" y="8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488542-8802-4B87-9091-59CD01CCE8CD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C02F37-9261-4F8B-9652-2016387BD2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dirty="0"/>
                  <a:t>图中实心点与空心点分别表示两类的训练样本，图中的直线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𝐻</a:t>
                </a:r>
                <a:r>
                  <a:rPr lang="zh-CN" altLang="en-US" dirty="0"/>
                  <a:t>，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𝐻</a:t>
                </a:r>
                <a:r>
                  <a:rPr lang="en-US" altLang="zh-CN" b="0" i="0" dirty="0">
                    <a:latin typeface="Cambria Math" panose="02040503050406030204" pitchFamily="18" charset="0"/>
                  </a:rPr>
                  <a:t>_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1</a:t>
                </a:r>
                <a:r>
                  <a:rPr lang="zh-CN" altLang="en-US" dirty="0"/>
                  <a:t>、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𝐻</a:t>
                </a:r>
                <a:r>
                  <a:rPr lang="en-US" altLang="zh-CN" b="0" i="0" dirty="0">
                    <a:latin typeface="Cambria Math" panose="02040503050406030204" pitchFamily="18" charset="0"/>
                  </a:rPr>
                  <a:t>_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2</a:t>
                </a:r>
                <a:r>
                  <a:rPr lang="zh-CN" altLang="en-US" dirty="0"/>
                  <a:t>分别为过两类样本中离分类线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𝐻</a:t>
                </a:r>
                <a:r>
                  <a:rPr lang="zh-CN" altLang="en-US" dirty="0"/>
                  <a:t>最近的点且平行于分类线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𝐻</a:t>
                </a:r>
                <a:r>
                  <a:rPr lang="zh-CN" altLang="en-US" dirty="0"/>
                  <a:t>的直线，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𝐻</a:t>
                </a:r>
                <a:r>
                  <a:rPr lang="en-US" altLang="zh-CN" b="0" i="0" dirty="0">
                    <a:latin typeface="Cambria Math" panose="02040503050406030204" pitchFamily="18" charset="0"/>
                  </a:rPr>
                  <a:t>_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1</a:t>
                </a:r>
                <a:r>
                  <a:rPr lang="zh-CN" altLang="en-US" dirty="0"/>
                  <a:t>和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𝐻</a:t>
                </a:r>
                <a:r>
                  <a:rPr lang="en-US" altLang="zh-CN" b="0" i="0" dirty="0">
                    <a:latin typeface="Cambria Math" panose="02040503050406030204" pitchFamily="18" charset="0"/>
                  </a:rPr>
                  <a:t>_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2</a:t>
                </a:r>
                <a:r>
                  <a:rPr lang="zh-CN" altLang="en-US" dirty="0"/>
                  <a:t>之间的距离被称为这两类的</a:t>
                </a:r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分类</a:t>
                </a:r>
                <a:r>
                  <a:rPr lang="zh-CN" altLang="en-US" dirty="0">
                    <a:solidFill>
                      <a:srgbClr val="C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空隙</a:t>
                </a:r>
                <a:r>
                  <a:rPr lang="zh-CN" altLang="en-US" dirty="0"/>
                  <a:t>或</a:t>
                </a:r>
                <a:r>
                  <a:rPr lang="zh-CN" altLang="en-US" dirty="0">
                    <a:solidFill>
                      <a:srgbClr val="C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分类间隔</a:t>
                </a:r>
                <a:r>
                  <a:rPr lang="zh-CN" altLang="en-US" dirty="0"/>
                  <a:t>。</a:t>
                </a:r>
                <a:r>
                  <a:rPr lang="en-US" altLang="zh-CN" dirty="0"/>
                  <a:t>SVM</a:t>
                </a:r>
                <a:r>
                  <a:rPr lang="zh-CN" altLang="en-US" dirty="0"/>
                  <a:t>方法即是在</a:t>
                </a:r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线性可分</a:t>
                </a:r>
                <a:r>
                  <a:rPr lang="zh-CN" altLang="en-US" dirty="0"/>
                  <a:t>情况下寻找</a:t>
                </a:r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最优分类线</a:t>
                </a:r>
                <a:r>
                  <a:rPr lang="zh-CN" altLang="en-US" dirty="0"/>
                  <a:t>。</a:t>
                </a:r>
              </a:p>
              <a:p>
                <a:endParaRPr lang="zh-CN" altLang="en-US" dirty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02F37-9261-4F8B-9652-2016387BD2F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21478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CC243-B966-C0F1-723D-E767AE640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37D23BF-742C-28C1-DD78-F0CFB0EA4C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BA5D2CB-C2C8-7270-2A3A-8AA596F214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8DED96A-E9D0-1812-39C1-093458B909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02F37-9261-4F8B-9652-2016387BD2F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88118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68FA5-9FB0-CA4C-49FE-AE329AA04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78F37AF-B2AC-274E-7A65-01F4DB70F5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DB53BC0-9432-B8B4-4B8D-A707947D5A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04D6B2-83BE-5BAF-BB28-7FE32A8922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02F37-9261-4F8B-9652-2016387BD2F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40993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547C4-72B5-A275-6CC8-83CB62CBD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7CC5EE0-5E2E-818B-5DAC-6CC1078B7A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18FA557-178C-48D4-D3AA-2B4F84F7E9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6455A04-6946-0EFD-7AC1-C67B2A195C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02F37-9261-4F8B-9652-2016387BD2F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35094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138EA-9297-0094-8793-766C1E225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94DB35A-F899-C6D2-E6B1-746CD54CDA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433454D-259E-D85B-8DA8-15EB32698C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3ADE57-6C14-D18B-E34D-5188F8C3C9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02F37-9261-4F8B-9652-2016387BD2F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38963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632DC-8CA8-7B5D-4B6C-BADE04FD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B6CE1ED-C721-364E-D2E4-7BB2EA1215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7DDB4E1-AD51-4339-C64E-4B3AB5F0B0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61C745-8F8F-9D46-00A5-C3F8712007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02F37-9261-4F8B-9652-2016387BD2F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5578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2A82B-0925-4C01-6256-88CFCCA65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0E54619-B4E3-1346-EBB2-15AA305F07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03F8557-C971-1EB2-28FB-6F456CD4EA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1A22B17-CA8E-DD2B-5587-76FD430E4C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02F37-9261-4F8B-9652-2016387BD2FF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04573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C44E0-ADD9-3B02-1EB8-207E5DBAF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25DB092-6E26-6477-964B-81EFC466D6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F3EF208-1084-CEF6-69E1-F20029912A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189EE1-EEDD-3E2A-108A-DF8B6A507D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02F37-9261-4F8B-9652-2016387BD2FF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5502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16801-4EFF-99BB-C8DF-FB79F46EC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6775247-696F-00FB-428B-CF265BB68C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62377E8-9415-5CA5-EAB8-14758A017A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921F8B-224A-D8EA-D627-09E661B2F8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02F37-9261-4F8B-9652-2016387BD2FF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33345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DC484-7514-DE79-042B-C2CB7047D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FED5D82-ABB7-7ECF-943E-6B23C7B749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F29F784-32DF-0D8F-D10E-CF46055802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96066B-F47F-47F6-3B55-426712650E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02F37-9261-4F8B-9652-2016387BD2FF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43990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07DC5-5AF2-0054-FE1A-7A053265E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A77D639-999D-DF0E-14AB-2AAE4468CC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7D63C5A-60A9-84C4-B74D-3594803EA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9EAEA0-7899-D629-85B6-BA7D64EBB2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02F37-9261-4F8B-9652-2016387BD2FF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54111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8DA4B-DF34-F2F7-698D-940DB857C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F79AED7-C1A5-F485-FB70-DC1602342D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>
                <a:extLst>
                  <a:ext uri="{FF2B5EF4-FFF2-40B4-BE49-F238E27FC236}">
                    <a16:creationId xmlns:a16="http://schemas.microsoft.com/office/drawing/2014/main" id="{DC329431-55D9-939C-E0CE-F0F381D0A61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2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通常，我们会选择一个 </a:t>
                </a:r>
                <a14:m>
                  <m:oMath xmlns:m="http://schemas.openxmlformats.org/officeDocument/2006/math">
                    <m:r>
                      <a:rPr lang="zh-CN" altLang="en-US" sz="12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sz="12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，使得累计方差贡献率达到一个较高的阈值（例如 </a:t>
                </a:r>
                <a:r>
                  <a:rPr lang="en-US" altLang="zh-CN" sz="1200" b="1" i="0" dirty="0">
                    <a:solidFill>
                      <a:srgbClr val="0F1115"/>
                    </a:solidFill>
                    <a:effectLst/>
                    <a:latin typeface="quote-cjk-patch"/>
                  </a:rPr>
                  <a:t>85%</a:t>
                </a:r>
                <a:r>
                  <a:rPr lang="zh-CN" altLang="en-US" sz="1200" b="1" i="0" dirty="0">
                    <a:solidFill>
                      <a:srgbClr val="0F1115"/>
                    </a:solidFill>
                    <a:effectLst/>
                    <a:latin typeface="quote-cjk-patch"/>
                  </a:rPr>
                  <a:t>，</a:t>
                </a:r>
                <a:r>
                  <a:rPr lang="en-US" altLang="zh-CN" sz="1200" b="1" i="0" dirty="0">
                    <a:solidFill>
                      <a:srgbClr val="0F1115"/>
                    </a:solidFill>
                    <a:effectLst/>
                    <a:latin typeface="quote-cjk-patch"/>
                  </a:rPr>
                  <a:t>90% </a:t>
                </a:r>
                <a:r>
                  <a:rPr lang="zh-CN" altLang="en-US" sz="1200" b="1" i="0" dirty="0">
                    <a:solidFill>
                      <a:srgbClr val="0F1115"/>
                    </a:solidFill>
                    <a:effectLst/>
                    <a:latin typeface="quote-cjk-patch"/>
                  </a:rPr>
                  <a:t>或 </a:t>
                </a:r>
                <a:r>
                  <a:rPr lang="en-US" altLang="zh-CN" sz="1200" b="1" i="0" dirty="0">
                    <a:solidFill>
                      <a:srgbClr val="0F1115"/>
                    </a:solidFill>
                    <a:effectLst/>
                    <a:latin typeface="quote-cjk-patch"/>
                  </a:rPr>
                  <a:t>95%</a:t>
                </a:r>
                <a:r>
                  <a:rPr lang="zh-CN" altLang="en-US" sz="12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）。这意味着我们保留了原始数据 </a:t>
                </a:r>
                <a:r>
                  <a:rPr lang="en-US" altLang="zh-CN" sz="12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90% </a:t>
                </a:r>
                <a:r>
                  <a:rPr lang="zh-CN" altLang="en-US" sz="12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的“信息”（以方差衡量）。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备注占位符 2">
                <a:extLst>
                  <a:ext uri="{FF2B5EF4-FFF2-40B4-BE49-F238E27FC236}">
                    <a16:creationId xmlns:a16="http://schemas.microsoft.com/office/drawing/2014/main" id="{DC329431-55D9-939C-E0CE-F0F381D0A61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2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通常，我们会选择一个 </a:t>
                </a:r>
                <a:r>
                  <a:rPr lang="zh-CN" altLang="en-US" sz="1200" i="0">
                    <a:latin typeface="Cambria Math" panose="02040503050406030204" pitchFamily="18" charset="0"/>
                  </a:rPr>
                  <a:t>𝑘</a:t>
                </a:r>
                <a:r>
                  <a:rPr lang="zh-CN" altLang="en-US" sz="12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，使得累计方差贡献率达到一个较高的阈值（例如 </a:t>
                </a:r>
                <a:r>
                  <a:rPr lang="en-US" altLang="zh-CN" sz="1200" b="1" i="0" dirty="0">
                    <a:solidFill>
                      <a:srgbClr val="0F1115"/>
                    </a:solidFill>
                    <a:effectLst/>
                    <a:latin typeface="quote-cjk-patch"/>
                  </a:rPr>
                  <a:t>85%</a:t>
                </a:r>
                <a:r>
                  <a:rPr lang="zh-CN" altLang="en-US" sz="1200" b="1" i="0" dirty="0">
                    <a:solidFill>
                      <a:srgbClr val="0F1115"/>
                    </a:solidFill>
                    <a:effectLst/>
                    <a:latin typeface="quote-cjk-patch"/>
                  </a:rPr>
                  <a:t>，</a:t>
                </a:r>
                <a:r>
                  <a:rPr lang="en-US" altLang="zh-CN" sz="1200" b="1" i="0" dirty="0">
                    <a:solidFill>
                      <a:srgbClr val="0F1115"/>
                    </a:solidFill>
                    <a:effectLst/>
                    <a:latin typeface="quote-cjk-patch"/>
                  </a:rPr>
                  <a:t>90% </a:t>
                </a:r>
                <a:r>
                  <a:rPr lang="zh-CN" altLang="en-US" sz="1200" b="1" i="0" dirty="0">
                    <a:solidFill>
                      <a:srgbClr val="0F1115"/>
                    </a:solidFill>
                    <a:effectLst/>
                    <a:latin typeface="quote-cjk-patch"/>
                  </a:rPr>
                  <a:t>或 </a:t>
                </a:r>
                <a:r>
                  <a:rPr lang="en-US" altLang="zh-CN" sz="1200" b="1" i="0" dirty="0">
                    <a:solidFill>
                      <a:srgbClr val="0F1115"/>
                    </a:solidFill>
                    <a:effectLst/>
                    <a:latin typeface="quote-cjk-patch"/>
                  </a:rPr>
                  <a:t>95%</a:t>
                </a:r>
                <a:r>
                  <a:rPr lang="zh-CN" altLang="en-US" sz="12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）。这意味着我们保留了原始数据 </a:t>
                </a:r>
                <a:r>
                  <a:rPr lang="en-US" altLang="zh-CN" sz="12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90% </a:t>
                </a:r>
                <a:r>
                  <a:rPr lang="zh-CN" altLang="en-US" sz="12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的“信息”（以方差衡量）。</a:t>
                </a:r>
              </a:p>
              <a:p>
                <a:endParaRPr lang="zh-CN" altLang="en-US" dirty="0"/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8713F07-4324-2A00-3CDB-5EAEB98FC4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02F37-9261-4F8B-9652-2016387BD2FF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64564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6818A-AB3C-DB5E-81EA-42ADF1A44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E5C47FF-B2FC-CD25-AFF5-5531E16FD5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D80678C-3D40-087D-E08F-2DAC08E402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AF65EBE-6DF9-DAC6-F57C-FFF2910F1A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02F37-9261-4F8B-9652-2016387BD2FF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91975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B5BB0-B853-4EFB-4D3E-D9F25B834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90AFE1E-9912-BEED-589B-14EB6F5C8D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2996AEB-7215-6507-B84A-D96D9FFD93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43126F-B6E3-D461-ED48-279571A047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02F37-9261-4F8B-9652-2016387BD2FF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05945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66F9A-5CE6-953E-E096-5A0F940F5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93B6937-94F6-7E7C-EF0A-399B007351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F62559E-A7FA-F401-AF59-84C38F58A2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A65C77-B99C-8EE4-D3B5-68534BD02A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02F37-9261-4F8B-9652-2016387BD2FF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7621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74EA8-7F46-4E8D-1062-297026DFE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882FED8-733A-49DA-A6F2-C75E8D9134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21177BA-0FE3-F7FE-79F3-C4E1584A6E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1F90AD-9CA9-2B5B-3F60-7A63F17D70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02F37-9261-4F8B-9652-2016387BD2FF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37606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导入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BAFF7-1D53-4FE4-B52B-B2CB5140FD3D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89C00-3007-445F-903C-C55D6E6A648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FE10824-CA28-BFA6-FB3F-197621538FA3}"/>
              </a:ext>
            </a:extLst>
          </p:cNvPr>
          <p:cNvSpPr/>
          <p:nvPr userDrawn="1"/>
        </p:nvSpPr>
        <p:spPr>
          <a:xfrm>
            <a:off x="476" y="7938"/>
            <a:ext cx="9143524" cy="6850062"/>
          </a:xfrm>
          <a:prstGeom prst="rect">
            <a:avLst/>
          </a:prstGeom>
          <a:solidFill>
            <a:srgbClr val="192F59">
              <a:alpha val="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cs typeface="+mn-ea"/>
              <a:sym typeface="+mn-lt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FB35A8D-33FF-6E14-B3DE-F0A577DB6FCA}"/>
              </a:ext>
            </a:extLst>
          </p:cNvPr>
          <p:cNvSpPr/>
          <p:nvPr userDrawn="1"/>
        </p:nvSpPr>
        <p:spPr>
          <a:xfrm>
            <a:off x="5081" y="-91"/>
            <a:ext cx="1350000" cy="6858000"/>
          </a:xfrm>
          <a:prstGeom prst="rect">
            <a:avLst/>
          </a:prstGeom>
          <a:solidFill>
            <a:srgbClr val="192F59"/>
          </a:solidFill>
          <a:ln w="25400" cap="flat" cmpd="sng" algn="ctr">
            <a:noFill/>
            <a:prstDash val="solid"/>
          </a:ln>
          <a:effectLst>
            <a:outerShdw blurRad="355600" dist="190500" dir="5400000" algn="t" rotWithShape="0">
              <a:prstClr val="black">
                <a:alpha val="11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sz="1350" kern="0">
              <a:solidFill>
                <a:srgbClr val="C00000"/>
              </a:solidFill>
              <a:latin typeface="Calibri" panose="020F0502020204030204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0CB80E1E-4A96-781F-32F9-FD4660391B04}"/>
              </a:ext>
            </a:extLst>
          </p:cNvPr>
          <p:cNvGrpSpPr/>
          <p:nvPr userDrawn="1"/>
        </p:nvGrpSpPr>
        <p:grpSpPr>
          <a:xfrm>
            <a:off x="-63809" y="616371"/>
            <a:ext cx="1496891" cy="5041691"/>
            <a:chOff x="-58827" y="1525285"/>
            <a:chExt cx="1496891" cy="5041691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118C747B-5BAF-5A2D-77D5-DF527D198104}"/>
                </a:ext>
              </a:extLst>
            </p:cNvPr>
            <p:cNvSpPr/>
            <p:nvPr/>
          </p:nvSpPr>
          <p:spPr>
            <a:xfrm>
              <a:off x="4982" y="1525285"/>
              <a:ext cx="1355080" cy="900437"/>
            </a:xfrm>
            <a:prstGeom prst="rect">
              <a:avLst/>
            </a:prstGeom>
            <a:solidFill>
              <a:srgbClr val="EFC657">
                <a:alpha val="9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D4418B3D-B0B9-86AF-BAA9-BD6D792C465D}"/>
                </a:ext>
              </a:extLst>
            </p:cNvPr>
            <p:cNvSpPr txBox="1"/>
            <p:nvPr/>
          </p:nvSpPr>
          <p:spPr>
            <a:xfrm>
              <a:off x="-58827" y="2598857"/>
              <a:ext cx="147373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400" b="1" spc="113" dirty="0">
                  <a:solidFill>
                    <a:schemeClr val="bg1"/>
                  </a:solidFill>
                </a:rPr>
                <a:t>知识目标</a:t>
              </a:r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1358FED5-F8C5-65EF-C267-1A27404DB3F7}"/>
                </a:ext>
              </a:extLst>
            </p:cNvPr>
            <p:cNvCxnSpPr>
              <a:cxnSpLocks/>
            </p:cNvCxnSpPr>
            <p:nvPr/>
          </p:nvCxnSpPr>
          <p:spPr>
            <a:xfrm>
              <a:off x="259611" y="5046689"/>
              <a:ext cx="727075" cy="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15D89CAE-CA26-8A8A-E858-1EACC8A1CD38}"/>
                </a:ext>
              </a:extLst>
            </p:cNvPr>
            <p:cNvSpPr txBox="1"/>
            <p:nvPr/>
          </p:nvSpPr>
          <p:spPr>
            <a:xfrm>
              <a:off x="204894" y="3533762"/>
              <a:ext cx="8292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400" b="1" spc="113" dirty="0">
                  <a:solidFill>
                    <a:schemeClr val="bg2"/>
                  </a:solidFill>
                </a:rPr>
                <a:t>前测</a:t>
              </a: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CB4EEED9-9363-98E4-CC95-D070841BF267}"/>
                </a:ext>
              </a:extLst>
            </p:cNvPr>
            <p:cNvSpPr txBox="1"/>
            <p:nvPr/>
          </p:nvSpPr>
          <p:spPr>
            <a:xfrm>
              <a:off x="-35674" y="4356461"/>
              <a:ext cx="147373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400" b="1" spc="113" dirty="0">
                  <a:solidFill>
                    <a:schemeClr val="bg2"/>
                  </a:solidFill>
                </a:rPr>
                <a:t>学习内容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B9588F70-7000-3945-A4FA-116A75281D12}"/>
                </a:ext>
              </a:extLst>
            </p:cNvPr>
            <p:cNvSpPr txBox="1"/>
            <p:nvPr/>
          </p:nvSpPr>
          <p:spPr>
            <a:xfrm>
              <a:off x="189966" y="5254808"/>
              <a:ext cx="8292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400" b="1" spc="113" dirty="0">
                  <a:solidFill>
                    <a:schemeClr val="bg2"/>
                  </a:solidFill>
                </a:rPr>
                <a:t>后测</a:t>
              </a: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7977298B-BD4A-7912-DD87-6F074324D7C7}"/>
                </a:ext>
              </a:extLst>
            </p:cNvPr>
            <p:cNvSpPr txBox="1"/>
            <p:nvPr/>
          </p:nvSpPr>
          <p:spPr>
            <a:xfrm>
              <a:off x="215521" y="1725843"/>
              <a:ext cx="8292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400" b="1" spc="113" dirty="0">
                  <a:solidFill>
                    <a:srgbClr val="192F59"/>
                  </a:solidFill>
                </a:rPr>
                <a:t>导入</a:t>
              </a: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F235D5BA-6937-65A9-D53B-DD8CD327858F}"/>
                </a:ext>
              </a:extLst>
            </p:cNvPr>
            <p:cNvSpPr txBox="1"/>
            <p:nvPr/>
          </p:nvSpPr>
          <p:spPr>
            <a:xfrm>
              <a:off x="189966" y="6105311"/>
              <a:ext cx="8292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400" b="1" spc="113" dirty="0">
                  <a:solidFill>
                    <a:schemeClr val="bg2"/>
                  </a:solidFill>
                </a:rPr>
                <a:t>总结</a:t>
              </a:r>
            </a:p>
          </p:txBody>
        </p: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241FFBEA-7F49-7855-CFAD-6ED416A54142}"/>
                </a:ext>
              </a:extLst>
            </p:cNvPr>
            <p:cNvCxnSpPr>
              <a:cxnSpLocks/>
            </p:cNvCxnSpPr>
            <p:nvPr/>
          </p:nvCxnSpPr>
          <p:spPr>
            <a:xfrm>
              <a:off x="256436" y="5951236"/>
              <a:ext cx="727075" cy="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12149BE-8C80-1056-629B-61B1920F5DD2}"/>
                </a:ext>
              </a:extLst>
            </p:cNvPr>
            <p:cNvCxnSpPr>
              <a:cxnSpLocks/>
            </p:cNvCxnSpPr>
            <p:nvPr/>
          </p:nvCxnSpPr>
          <p:spPr>
            <a:xfrm>
              <a:off x="266104" y="4151011"/>
              <a:ext cx="727075" cy="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C0334B3F-82AC-3E0E-B6F8-362CEBA5F2A3}"/>
              </a:ext>
            </a:extLst>
          </p:cNvPr>
          <p:cNvGrpSpPr/>
          <p:nvPr userDrawn="1"/>
        </p:nvGrpSpPr>
        <p:grpSpPr>
          <a:xfrm>
            <a:off x="1279525" y="221286"/>
            <a:ext cx="7864475" cy="366575"/>
            <a:chOff x="1279525" y="221286"/>
            <a:chExt cx="7864475" cy="366575"/>
          </a:xfrm>
        </p:grpSpPr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69943DF0-AE52-AB17-64E9-6B3EF1C3EDE5}"/>
                </a:ext>
              </a:extLst>
            </p:cNvPr>
            <p:cNvGrpSpPr/>
            <p:nvPr userDrawn="1"/>
          </p:nvGrpSpPr>
          <p:grpSpPr>
            <a:xfrm>
              <a:off x="8632482" y="346839"/>
              <a:ext cx="156623" cy="156623"/>
              <a:chOff x="8689063" y="2493438"/>
              <a:chExt cx="156623" cy="156623"/>
            </a:xfrm>
          </p:grpSpPr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D9329256-2F84-0D45-52D5-F24A3C68280A}"/>
                  </a:ext>
                </a:extLst>
              </p:cNvPr>
              <p:cNvSpPr/>
              <p:nvPr/>
            </p:nvSpPr>
            <p:spPr>
              <a:xfrm>
                <a:off x="8689063" y="2493438"/>
                <a:ext cx="156623" cy="156623"/>
              </a:xfrm>
              <a:prstGeom prst="rect">
                <a:avLst/>
              </a:prstGeom>
              <a:solidFill>
                <a:srgbClr val="586B7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任意多边形 30">
                <a:extLst>
                  <a:ext uri="{FF2B5EF4-FFF2-40B4-BE49-F238E27FC236}">
                    <a16:creationId xmlns:a16="http://schemas.microsoft.com/office/drawing/2014/main" id="{2EC4BEEA-5260-0F54-7D7C-8E3FAF75FF92}"/>
                  </a:ext>
                </a:extLst>
              </p:cNvPr>
              <p:cNvSpPr/>
              <p:nvPr/>
            </p:nvSpPr>
            <p:spPr>
              <a:xfrm rot="10800000">
                <a:off x="8737889" y="2531868"/>
                <a:ext cx="58967" cy="79764"/>
              </a:xfrm>
              <a:custGeom>
                <a:avLst/>
                <a:gdLst>
                  <a:gd name="connsiteX0" fmla="*/ 0 w 78581"/>
                  <a:gd name="connsiteY0" fmla="*/ 0 h 152400"/>
                  <a:gd name="connsiteX1" fmla="*/ 78581 w 78581"/>
                  <a:gd name="connsiteY1" fmla="*/ 78581 h 152400"/>
                  <a:gd name="connsiteX2" fmla="*/ 4762 w 78581"/>
                  <a:gd name="connsiteY2" fmla="*/ 152400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8581" h="152400">
                    <a:moveTo>
                      <a:pt x="0" y="0"/>
                    </a:moveTo>
                    <a:lnTo>
                      <a:pt x="78581" y="78581"/>
                    </a:lnTo>
                    <a:lnTo>
                      <a:pt x="4762" y="152400"/>
                    </a:lnTo>
                  </a:path>
                </a:pathLst>
              </a:custGeom>
              <a:noFill/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990F5CC0-EDFE-B238-E799-EA62AADA3BD3}"/>
                </a:ext>
              </a:extLst>
            </p:cNvPr>
            <p:cNvGrpSpPr/>
            <p:nvPr userDrawn="1"/>
          </p:nvGrpSpPr>
          <p:grpSpPr>
            <a:xfrm>
              <a:off x="8789105" y="346839"/>
              <a:ext cx="156623" cy="156623"/>
              <a:chOff x="8845686" y="2493438"/>
              <a:chExt cx="156623" cy="156623"/>
            </a:xfrm>
          </p:grpSpPr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B8BA7F2D-3D2A-8D4F-5204-C855CF02FA70}"/>
                  </a:ext>
                </a:extLst>
              </p:cNvPr>
              <p:cNvSpPr/>
              <p:nvPr/>
            </p:nvSpPr>
            <p:spPr>
              <a:xfrm>
                <a:off x="8845686" y="2493438"/>
                <a:ext cx="156623" cy="156623"/>
              </a:xfrm>
              <a:prstGeom prst="rect">
                <a:avLst/>
              </a:prstGeom>
              <a:solidFill>
                <a:srgbClr val="37B0E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任意多边形 31">
                <a:extLst>
                  <a:ext uri="{FF2B5EF4-FFF2-40B4-BE49-F238E27FC236}">
                    <a16:creationId xmlns:a16="http://schemas.microsoft.com/office/drawing/2014/main" id="{ECBF53FE-ECAB-CD2E-90A9-3BFC717EF27D}"/>
                  </a:ext>
                </a:extLst>
              </p:cNvPr>
              <p:cNvSpPr/>
              <p:nvPr/>
            </p:nvSpPr>
            <p:spPr>
              <a:xfrm>
                <a:off x="8894513" y="2531868"/>
                <a:ext cx="58967" cy="79764"/>
              </a:xfrm>
              <a:custGeom>
                <a:avLst/>
                <a:gdLst>
                  <a:gd name="connsiteX0" fmla="*/ 0 w 78581"/>
                  <a:gd name="connsiteY0" fmla="*/ 0 h 152400"/>
                  <a:gd name="connsiteX1" fmla="*/ 78581 w 78581"/>
                  <a:gd name="connsiteY1" fmla="*/ 78581 h 152400"/>
                  <a:gd name="connsiteX2" fmla="*/ 4762 w 78581"/>
                  <a:gd name="connsiteY2" fmla="*/ 152400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8581" h="152400">
                    <a:moveTo>
                      <a:pt x="0" y="0"/>
                    </a:moveTo>
                    <a:lnTo>
                      <a:pt x="78581" y="78581"/>
                    </a:lnTo>
                    <a:lnTo>
                      <a:pt x="4762" y="152400"/>
                    </a:lnTo>
                  </a:path>
                </a:pathLst>
              </a:custGeom>
              <a:noFill/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40ED1C9D-676F-708F-CE9F-7E8BFF08B64E}"/>
                </a:ext>
              </a:extLst>
            </p:cNvPr>
            <p:cNvGrpSpPr/>
            <p:nvPr userDrawn="1"/>
          </p:nvGrpSpPr>
          <p:grpSpPr>
            <a:xfrm>
              <a:off x="1279525" y="221286"/>
              <a:ext cx="7864475" cy="366575"/>
              <a:chOff x="1279525" y="221286"/>
              <a:chExt cx="7864475" cy="366575"/>
            </a:xfrm>
          </p:grpSpPr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5D00D1AD-4AAB-45AC-0304-E2776D7A74BB}"/>
                  </a:ext>
                </a:extLst>
              </p:cNvPr>
              <p:cNvCxnSpPr/>
              <p:nvPr userDrawn="1"/>
            </p:nvCxnSpPr>
            <p:spPr>
              <a:xfrm>
                <a:off x="1279525" y="568056"/>
                <a:ext cx="7864475" cy="0"/>
              </a:xfrm>
              <a:prstGeom prst="line">
                <a:avLst/>
              </a:prstGeom>
              <a:ln w="6350">
                <a:solidFill>
                  <a:srgbClr val="62768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A91EF1CC-5730-72FB-88A3-12B2E4A77C18}"/>
                  </a:ext>
                </a:extLst>
              </p:cNvPr>
              <p:cNvSpPr/>
              <p:nvPr userDrawn="1"/>
            </p:nvSpPr>
            <p:spPr>
              <a:xfrm>
                <a:off x="8014996" y="221286"/>
                <a:ext cx="517444" cy="366575"/>
              </a:xfrm>
              <a:prstGeom prst="rect">
                <a:avLst/>
              </a:prstGeom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r">
                  <a:lnSpc>
                    <a:spcPct val="150000"/>
                  </a:lnSpc>
                </a:pPr>
                <a:r>
                  <a:rPr lang="zh-CN" altLang="en-US" sz="1800" b="1" dirty="0">
                    <a:solidFill>
                      <a:srgbClr val="35445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导入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69541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知识目标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BAFF7-1D53-4FE4-B52B-B2CB5140FD3D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89C00-3007-445F-903C-C55D6E6A648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7BEAC6B-5127-77B3-5277-A5921A33959E}"/>
              </a:ext>
            </a:extLst>
          </p:cNvPr>
          <p:cNvSpPr/>
          <p:nvPr userDrawn="1"/>
        </p:nvSpPr>
        <p:spPr>
          <a:xfrm>
            <a:off x="476" y="7938"/>
            <a:ext cx="9143524" cy="6858000"/>
          </a:xfrm>
          <a:prstGeom prst="rect">
            <a:avLst/>
          </a:prstGeom>
          <a:solidFill>
            <a:srgbClr val="192F59">
              <a:alpha val="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cs typeface="+mn-ea"/>
              <a:sym typeface="+mn-lt"/>
            </a:endParaRPr>
          </a:p>
        </p:txBody>
      </p:sp>
      <p:pic>
        <p:nvPicPr>
          <p:cNvPr id="8" name="图片 7" descr="齐鲁理工logo">
            <a:extLst>
              <a:ext uri="{FF2B5EF4-FFF2-40B4-BE49-F238E27FC236}">
                <a16:creationId xmlns:a16="http://schemas.microsoft.com/office/drawing/2014/main" id="{BD064F59-346B-274E-D22F-77DB86BDFCC6}"/>
              </a:ext>
            </a:extLst>
          </p:cNvPr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78062" y="24708"/>
            <a:ext cx="2863590" cy="5129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39111D69-9C9D-8637-4696-7073CFF3628D}"/>
              </a:ext>
            </a:extLst>
          </p:cNvPr>
          <p:cNvSpPr/>
          <p:nvPr userDrawn="1"/>
        </p:nvSpPr>
        <p:spPr>
          <a:xfrm>
            <a:off x="5081" y="-91"/>
            <a:ext cx="1350000" cy="6858000"/>
          </a:xfrm>
          <a:prstGeom prst="rect">
            <a:avLst/>
          </a:prstGeom>
          <a:solidFill>
            <a:srgbClr val="192F59"/>
          </a:solidFill>
          <a:ln w="25400" cap="flat" cmpd="sng" algn="ctr">
            <a:noFill/>
            <a:prstDash val="solid"/>
          </a:ln>
          <a:effectLst>
            <a:outerShdw blurRad="355600" dist="190500" dir="5400000" algn="t" rotWithShape="0">
              <a:prstClr val="black">
                <a:alpha val="11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sz="1350" kern="0">
              <a:solidFill>
                <a:srgbClr val="C00000"/>
              </a:solidFill>
              <a:latin typeface="Calibri" panose="020F0502020204030204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E738A46C-FD2B-C762-1C46-E7B89C8D34EC}"/>
              </a:ext>
            </a:extLst>
          </p:cNvPr>
          <p:cNvGrpSpPr/>
          <p:nvPr userDrawn="1"/>
        </p:nvGrpSpPr>
        <p:grpSpPr>
          <a:xfrm>
            <a:off x="-63809" y="816929"/>
            <a:ext cx="1496891" cy="4841133"/>
            <a:chOff x="-58827" y="1725843"/>
            <a:chExt cx="1496891" cy="4841133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83CDD5D1-A731-53A8-4306-EAF7D96EDEC2}"/>
                </a:ext>
              </a:extLst>
            </p:cNvPr>
            <p:cNvSpPr/>
            <p:nvPr/>
          </p:nvSpPr>
          <p:spPr>
            <a:xfrm>
              <a:off x="9472" y="2350785"/>
              <a:ext cx="1350591" cy="900437"/>
            </a:xfrm>
            <a:prstGeom prst="rect">
              <a:avLst/>
            </a:prstGeom>
            <a:solidFill>
              <a:srgbClr val="EFC657">
                <a:alpha val="9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03492AA5-A7F6-1C12-E26B-37B770BFC5A1}"/>
                </a:ext>
              </a:extLst>
            </p:cNvPr>
            <p:cNvSpPr txBox="1"/>
            <p:nvPr/>
          </p:nvSpPr>
          <p:spPr>
            <a:xfrm>
              <a:off x="-58827" y="2598857"/>
              <a:ext cx="147373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400" b="1" spc="113" dirty="0">
                  <a:solidFill>
                    <a:srgbClr val="00334E"/>
                  </a:solidFill>
                </a:rPr>
                <a:t>知识目标</a:t>
              </a:r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2D48CC44-B60D-7A3E-D701-12BC3B5AF028}"/>
                </a:ext>
              </a:extLst>
            </p:cNvPr>
            <p:cNvCxnSpPr>
              <a:cxnSpLocks/>
            </p:cNvCxnSpPr>
            <p:nvPr/>
          </p:nvCxnSpPr>
          <p:spPr>
            <a:xfrm>
              <a:off x="259611" y="5046689"/>
              <a:ext cx="727075" cy="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4FA5A099-6DAE-5481-7938-24F024BAA1F7}"/>
                </a:ext>
              </a:extLst>
            </p:cNvPr>
            <p:cNvSpPr txBox="1"/>
            <p:nvPr/>
          </p:nvSpPr>
          <p:spPr>
            <a:xfrm>
              <a:off x="204894" y="3533762"/>
              <a:ext cx="8292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400" b="1" spc="113" dirty="0">
                  <a:solidFill>
                    <a:schemeClr val="bg2"/>
                  </a:solidFill>
                </a:rPr>
                <a:t>前测</a:t>
              </a: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33683A15-7D1F-280D-8B17-7330FCB2CD89}"/>
                </a:ext>
              </a:extLst>
            </p:cNvPr>
            <p:cNvSpPr txBox="1"/>
            <p:nvPr/>
          </p:nvSpPr>
          <p:spPr>
            <a:xfrm>
              <a:off x="-35674" y="4356461"/>
              <a:ext cx="147373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400" b="1" spc="113" dirty="0">
                  <a:solidFill>
                    <a:schemeClr val="bg2"/>
                  </a:solidFill>
                </a:rPr>
                <a:t>学习内容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2F77548B-325A-D0BF-F04D-42BAD82FC61D}"/>
                </a:ext>
              </a:extLst>
            </p:cNvPr>
            <p:cNvSpPr txBox="1"/>
            <p:nvPr/>
          </p:nvSpPr>
          <p:spPr>
            <a:xfrm>
              <a:off x="189966" y="5254808"/>
              <a:ext cx="8292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400" b="1" spc="113" dirty="0">
                  <a:solidFill>
                    <a:schemeClr val="bg2"/>
                  </a:solidFill>
                </a:rPr>
                <a:t>后测</a:t>
              </a: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0DAA3638-D650-D02A-EAE4-946FACCC6F73}"/>
                </a:ext>
              </a:extLst>
            </p:cNvPr>
            <p:cNvSpPr txBox="1"/>
            <p:nvPr/>
          </p:nvSpPr>
          <p:spPr>
            <a:xfrm>
              <a:off x="190120" y="1725843"/>
              <a:ext cx="8292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400" b="1" spc="113" dirty="0">
                  <a:solidFill>
                    <a:schemeClr val="bg2"/>
                  </a:solidFill>
                </a:rPr>
                <a:t>导入</a:t>
              </a: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F86EED9E-F6E9-8C73-C6D4-F36D16F75280}"/>
                </a:ext>
              </a:extLst>
            </p:cNvPr>
            <p:cNvSpPr txBox="1"/>
            <p:nvPr/>
          </p:nvSpPr>
          <p:spPr>
            <a:xfrm>
              <a:off x="189966" y="6105311"/>
              <a:ext cx="8292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400" b="1" spc="113" dirty="0">
                  <a:solidFill>
                    <a:schemeClr val="bg2"/>
                  </a:solidFill>
                </a:rPr>
                <a:t>总结</a:t>
              </a:r>
            </a:p>
          </p:txBody>
        </p: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3832DAA1-6EF9-A6D9-7CFA-CE2FE786F7F4}"/>
                </a:ext>
              </a:extLst>
            </p:cNvPr>
            <p:cNvCxnSpPr>
              <a:cxnSpLocks/>
            </p:cNvCxnSpPr>
            <p:nvPr/>
          </p:nvCxnSpPr>
          <p:spPr>
            <a:xfrm>
              <a:off x="256436" y="5951236"/>
              <a:ext cx="727075" cy="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AB3E363D-11C1-9BB7-55B2-C4CC241EE418}"/>
                </a:ext>
              </a:extLst>
            </p:cNvPr>
            <p:cNvCxnSpPr>
              <a:cxnSpLocks/>
            </p:cNvCxnSpPr>
            <p:nvPr/>
          </p:nvCxnSpPr>
          <p:spPr>
            <a:xfrm>
              <a:off x="266104" y="4151011"/>
              <a:ext cx="727075" cy="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83810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0500" y="365126"/>
            <a:ext cx="7054850" cy="1185749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69062" y="2359025"/>
            <a:ext cx="2617265" cy="2930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70550" y="2263402"/>
            <a:ext cx="2686050" cy="300754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16450" y="6385024"/>
            <a:ext cx="889988" cy="307777"/>
          </a:xfrm>
        </p:spPr>
        <p:txBody>
          <a:bodyPr/>
          <a:lstStyle/>
          <a:p>
            <a:fld id="{7D6BAFF7-1D53-4FE4-B52B-B2CB5140FD3D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10923" y="6346925"/>
            <a:ext cx="3083722" cy="364844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697063" y="6310311"/>
            <a:ext cx="2057400" cy="365125"/>
          </a:xfrm>
        </p:spPr>
        <p:txBody>
          <a:bodyPr/>
          <a:lstStyle/>
          <a:p>
            <a:fld id="{DE889C00-3007-445F-903C-C55D6E6A648E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D11A0AAD-40D7-A6AD-0046-57B2A4ACB3F2}"/>
              </a:ext>
            </a:extLst>
          </p:cNvPr>
          <p:cNvGrpSpPr/>
          <p:nvPr userDrawn="1"/>
        </p:nvGrpSpPr>
        <p:grpSpPr>
          <a:xfrm>
            <a:off x="0" y="-9330"/>
            <a:ext cx="1298347" cy="6858000"/>
            <a:chOff x="0" y="-9330"/>
            <a:chExt cx="1298347" cy="6858000"/>
          </a:xfrm>
        </p:grpSpPr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F0AB3210-78A0-97D4-2C8D-E18C111A67F1}"/>
                </a:ext>
              </a:extLst>
            </p:cNvPr>
            <p:cNvGrpSpPr/>
            <p:nvPr userDrawn="1"/>
          </p:nvGrpSpPr>
          <p:grpSpPr>
            <a:xfrm>
              <a:off x="0" y="-9330"/>
              <a:ext cx="1279525" cy="6858000"/>
              <a:chOff x="0" y="-9330"/>
              <a:chExt cx="1279525" cy="6858000"/>
            </a:xfrm>
          </p:grpSpPr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7A94A0A3-E1B9-AD2A-AB55-71DCB9D78A86}"/>
                  </a:ext>
                </a:extLst>
              </p:cNvPr>
              <p:cNvSpPr/>
              <p:nvPr userDrawn="1"/>
            </p:nvSpPr>
            <p:spPr>
              <a:xfrm>
                <a:off x="0" y="-9330"/>
                <a:ext cx="395536" cy="6858000"/>
              </a:xfrm>
              <a:prstGeom prst="rect">
                <a:avLst/>
              </a:prstGeom>
              <a:solidFill>
                <a:srgbClr val="334D80"/>
              </a:solidFill>
              <a:ln>
                <a:solidFill>
                  <a:srgbClr val="334D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4254A2E9-39D2-E7D1-2272-175210F2C0C1}"/>
                  </a:ext>
                </a:extLst>
              </p:cNvPr>
              <p:cNvSpPr/>
              <p:nvPr userDrawn="1"/>
            </p:nvSpPr>
            <p:spPr>
              <a:xfrm>
                <a:off x="389537" y="0"/>
                <a:ext cx="889988" cy="6848670"/>
              </a:xfrm>
              <a:prstGeom prst="rect">
                <a:avLst/>
              </a:prstGeom>
              <a:solidFill>
                <a:srgbClr val="54667A">
                  <a:alpha val="1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E4EE041C-3139-3536-5859-FC5E3916AC4A}"/>
                </a:ext>
              </a:extLst>
            </p:cNvPr>
            <p:cNvGrpSpPr/>
            <p:nvPr userDrawn="1"/>
          </p:nvGrpSpPr>
          <p:grpSpPr>
            <a:xfrm>
              <a:off x="9225" y="1477670"/>
              <a:ext cx="1289122" cy="3339299"/>
              <a:chOff x="9225" y="1477670"/>
              <a:chExt cx="1289122" cy="3339299"/>
            </a:xfrm>
          </p:grpSpPr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1155935D-53CC-45FC-8DF2-141FDE7E02BB}"/>
                  </a:ext>
                </a:extLst>
              </p:cNvPr>
              <p:cNvSpPr/>
              <p:nvPr userDrawn="1"/>
            </p:nvSpPr>
            <p:spPr>
              <a:xfrm>
                <a:off x="9225" y="1477670"/>
                <a:ext cx="1279524" cy="390525"/>
              </a:xfrm>
              <a:prstGeom prst="rect">
                <a:avLst/>
              </a:prstGeom>
              <a:solidFill>
                <a:srgbClr val="37B0E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" name="Freeform 13">
                <a:extLst>
                  <a:ext uri="{FF2B5EF4-FFF2-40B4-BE49-F238E27FC236}">
                    <a16:creationId xmlns:a16="http://schemas.microsoft.com/office/drawing/2014/main" id="{6F95CA8D-6AF0-31AB-0F93-4F615509E2C0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93026" y="1546440"/>
                <a:ext cx="212710" cy="176648"/>
              </a:xfrm>
              <a:custGeom>
                <a:avLst/>
                <a:gdLst>
                  <a:gd name="T0" fmla="*/ 111 w 197"/>
                  <a:gd name="T1" fmla="*/ 11 h 164"/>
                  <a:gd name="T2" fmla="*/ 0 w 197"/>
                  <a:gd name="T3" fmla="*/ 15 h 164"/>
                  <a:gd name="T4" fmla="*/ 105 w 197"/>
                  <a:gd name="T5" fmla="*/ 164 h 164"/>
                  <a:gd name="T6" fmla="*/ 136 w 197"/>
                  <a:gd name="T7" fmla="*/ 159 h 164"/>
                  <a:gd name="T8" fmla="*/ 196 w 197"/>
                  <a:gd name="T9" fmla="*/ 142 h 164"/>
                  <a:gd name="T10" fmla="*/ 52 w 197"/>
                  <a:gd name="T11" fmla="*/ 150 h 164"/>
                  <a:gd name="T12" fmla="*/ 52 w 197"/>
                  <a:gd name="T13" fmla="*/ 22 h 164"/>
                  <a:gd name="T14" fmla="*/ 99 w 197"/>
                  <a:gd name="T15" fmla="*/ 150 h 164"/>
                  <a:gd name="T16" fmla="*/ 99 w 197"/>
                  <a:gd name="T17" fmla="*/ 22 h 164"/>
                  <a:gd name="T18" fmla="*/ 147 w 197"/>
                  <a:gd name="T19" fmla="*/ 149 h 164"/>
                  <a:gd name="T20" fmla="*/ 181 w 197"/>
                  <a:gd name="T21" fmla="*/ 139 h 164"/>
                  <a:gd name="T22" fmla="*/ 23 w 197"/>
                  <a:gd name="T23" fmla="*/ 133 h 164"/>
                  <a:gd name="T24" fmla="*/ 42 w 197"/>
                  <a:gd name="T25" fmla="*/ 134 h 164"/>
                  <a:gd name="T26" fmla="*/ 43 w 197"/>
                  <a:gd name="T27" fmla="*/ 114 h 164"/>
                  <a:gd name="T28" fmla="*/ 23 w 197"/>
                  <a:gd name="T29" fmla="*/ 114 h 164"/>
                  <a:gd name="T30" fmla="*/ 29 w 197"/>
                  <a:gd name="T31" fmla="*/ 120 h 164"/>
                  <a:gd name="T32" fmla="*/ 37 w 197"/>
                  <a:gd name="T33" fmla="*/ 120 h 164"/>
                  <a:gd name="T34" fmla="*/ 37 w 197"/>
                  <a:gd name="T35" fmla="*/ 128 h 164"/>
                  <a:gd name="T36" fmla="*/ 29 w 197"/>
                  <a:gd name="T37" fmla="*/ 127 h 164"/>
                  <a:gd name="T38" fmla="*/ 32 w 197"/>
                  <a:gd name="T39" fmla="*/ 91 h 164"/>
                  <a:gd name="T40" fmla="*/ 36 w 197"/>
                  <a:gd name="T41" fmla="*/ 38 h 164"/>
                  <a:gd name="T42" fmla="*/ 28 w 197"/>
                  <a:gd name="T43" fmla="*/ 87 h 164"/>
                  <a:gd name="T44" fmla="*/ 134 w 197"/>
                  <a:gd name="T45" fmla="*/ 31 h 164"/>
                  <a:gd name="T46" fmla="*/ 149 w 197"/>
                  <a:gd name="T47" fmla="*/ 86 h 164"/>
                  <a:gd name="T48" fmla="*/ 134 w 197"/>
                  <a:gd name="T49" fmla="*/ 31 h 164"/>
                  <a:gd name="T50" fmla="*/ 69 w 197"/>
                  <a:gd name="T51" fmla="*/ 133 h 164"/>
                  <a:gd name="T52" fmla="*/ 88 w 197"/>
                  <a:gd name="T53" fmla="*/ 133 h 164"/>
                  <a:gd name="T54" fmla="*/ 79 w 197"/>
                  <a:gd name="T55" fmla="*/ 110 h 164"/>
                  <a:gd name="T56" fmla="*/ 65 w 197"/>
                  <a:gd name="T57" fmla="*/ 124 h 164"/>
                  <a:gd name="T58" fmla="*/ 75 w 197"/>
                  <a:gd name="T59" fmla="*/ 120 h 164"/>
                  <a:gd name="T60" fmla="*/ 82 w 197"/>
                  <a:gd name="T61" fmla="*/ 120 h 164"/>
                  <a:gd name="T62" fmla="*/ 82 w 197"/>
                  <a:gd name="T63" fmla="*/ 128 h 164"/>
                  <a:gd name="T64" fmla="*/ 74 w 197"/>
                  <a:gd name="T65" fmla="*/ 127 h 164"/>
                  <a:gd name="T66" fmla="*/ 81 w 197"/>
                  <a:gd name="T67" fmla="*/ 91 h 164"/>
                  <a:gd name="T68" fmla="*/ 85 w 197"/>
                  <a:gd name="T69" fmla="*/ 38 h 164"/>
                  <a:gd name="T70" fmla="*/ 77 w 197"/>
                  <a:gd name="T71" fmla="*/ 87 h 164"/>
                  <a:gd name="T72" fmla="*/ 148 w 197"/>
                  <a:gd name="T73" fmla="*/ 109 h 164"/>
                  <a:gd name="T74" fmla="*/ 148 w 197"/>
                  <a:gd name="T75" fmla="*/ 128 h 164"/>
                  <a:gd name="T76" fmla="*/ 167 w 197"/>
                  <a:gd name="T77" fmla="*/ 128 h 164"/>
                  <a:gd name="T78" fmla="*/ 168 w 197"/>
                  <a:gd name="T79" fmla="*/ 109 h 164"/>
                  <a:gd name="T80" fmla="*/ 158 w 197"/>
                  <a:gd name="T81" fmla="*/ 105 h 164"/>
                  <a:gd name="T82" fmla="*/ 154 w 197"/>
                  <a:gd name="T83" fmla="*/ 114 h 164"/>
                  <a:gd name="T84" fmla="*/ 163 w 197"/>
                  <a:gd name="T85" fmla="*/ 118 h 164"/>
                  <a:gd name="T86" fmla="*/ 154 w 197"/>
                  <a:gd name="T87" fmla="*/ 122 h 164"/>
                  <a:gd name="T88" fmla="*/ 154 w 197"/>
                  <a:gd name="T89" fmla="*/ 114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97" h="164">
                    <a:moveTo>
                      <a:pt x="159" y="6"/>
                    </a:moveTo>
                    <a:cubicBezTo>
                      <a:pt x="158" y="2"/>
                      <a:pt x="155" y="0"/>
                      <a:pt x="151" y="1"/>
                    </a:cubicBezTo>
                    <a:cubicBezTo>
                      <a:pt x="111" y="11"/>
                      <a:pt x="111" y="11"/>
                      <a:pt x="111" y="11"/>
                    </a:cubicBezTo>
                    <a:cubicBezTo>
                      <a:pt x="110" y="10"/>
                      <a:pt x="108" y="8"/>
                      <a:pt x="105" y="8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3" y="8"/>
                      <a:pt x="0" y="11"/>
                      <a:pt x="0" y="15"/>
                    </a:cubicBezTo>
                    <a:cubicBezTo>
                      <a:pt x="0" y="157"/>
                      <a:pt x="0" y="157"/>
                      <a:pt x="0" y="157"/>
                    </a:cubicBezTo>
                    <a:cubicBezTo>
                      <a:pt x="0" y="161"/>
                      <a:pt x="3" y="164"/>
                      <a:pt x="7" y="164"/>
                    </a:cubicBezTo>
                    <a:cubicBezTo>
                      <a:pt x="105" y="164"/>
                      <a:pt x="105" y="164"/>
                      <a:pt x="105" y="164"/>
                    </a:cubicBezTo>
                    <a:cubicBezTo>
                      <a:pt x="109" y="164"/>
                      <a:pt x="112" y="161"/>
                      <a:pt x="112" y="157"/>
                    </a:cubicBezTo>
                    <a:cubicBezTo>
                      <a:pt x="112" y="71"/>
                      <a:pt x="112" y="71"/>
                      <a:pt x="112" y="71"/>
                    </a:cubicBezTo>
                    <a:cubicBezTo>
                      <a:pt x="136" y="159"/>
                      <a:pt x="136" y="159"/>
                      <a:pt x="136" y="159"/>
                    </a:cubicBezTo>
                    <a:cubicBezTo>
                      <a:pt x="136" y="162"/>
                      <a:pt x="140" y="164"/>
                      <a:pt x="144" y="163"/>
                    </a:cubicBezTo>
                    <a:cubicBezTo>
                      <a:pt x="191" y="151"/>
                      <a:pt x="191" y="151"/>
                      <a:pt x="191" y="151"/>
                    </a:cubicBezTo>
                    <a:cubicBezTo>
                      <a:pt x="195" y="150"/>
                      <a:pt x="197" y="146"/>
                      <a:pt x="196" y="142"/>
                    </a:cubicBezTo>
                    <a:cubicBezTo>
                      <a:pt x="159" y="6"/>
                      <a:pt x="159" y="6"/>
                      <a:pt x="159" y="6"/>
                    </a:cubicBezTo>
                    <a:close/>
                    <a:moveTo>
                      <a:pt x="52" y="150"/>
                    </a:moveTo>
                    <a:cubicBezTo>
                      <a:pt x="52" y="150"/>
                      <a:pt x="52" y="150"/>
                      <a:pt x="52" y="150"/>
                    </a:cubicBezTo>
                    <a:cubicBezTo>
                      <a:pt x="14" y="150"/>
                      <a:pt x="14" y="150"/>
                      <a:pt x="14" y="150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52" y="22"/>
                      <a:pt x="52" y="22"/>
                      <a:pt x="52" y="22"/>
                    </a:cubicBezTo>
                    <a:cubicBezTo>
                      <a:pt x="52" y="150"/>
                      <a:pt x="52" y="150"/>
                      <a:pt x="52" y="150"/>
                    </a:cubicBezTo>
                    <a:close/>
                    <a:moveTo>
                      <a:pt x="99" y="150"/>
                    </a:moveTo>
                    <a:cubicBezTo>
                      <a:pt x="99" y="150"/>
                      <a:pt x="99" y="150"/>
                      <a:pt x="99" y="150"/>
                    </a:cubicBezTo>
                    <a:cubicBezTo>
                      <a:pt x="60" y="150"/>
                      <a:pt x="60" y="150"/>
                      <a:pt x="60" y="150"/>
                    </a:cubicBezTo>
                    <a:cubicBezTo>
                      <a:pt x="60" y="22"/>
                      <a:pt x="60" y="22"/>
                      <a:pt x="60" y="22"/>
                    </a:cubicBezTo>
                    <a:cubicBezTo>
                      <a:pt x="99" y="22"/>
                      <a:pt x="99" y="22"/>
                      <a:pt x="99" y="22"/>
                    </a:cubicBezTo>
                    <a:cubicBezTo>
                      <a:pt x="99" y="150"/>
                      <a:pt x="99" y="150"/>
                      <a:pt x="99" y="150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9"/>
                      <a:pt x="147" y="149"/>
                    </a:cubicBezTo>
                    <a:cubicBezTo>
                      <a:pt x="114" y="25"/>
                      <a:pt x="114" y="25"/>
                      <a:pt x="114" y="25"/>
                    </a:cubicBezTo>
                    <a:cubicBezTo>
                      <a:pt x="148" y="16"/>
                      <a:pt x="148" y="16"/>
                      <a:pt x="148" y="16"/>
                    </a:cubicBezTo>
                    <a:cubicBezTo>
                      <a:pt x="181" y="139"/>
                      <a:pt x="181" y="139"/>
                      <a:pt x="181" y="139"/>
                    </a:cubicBezTo>
                    <a:cubicBezTo>
                      <a:pt x="147" y="149"/>
                      <a:pt x="147" y="149"/>
                      <a:pt x="147" y="149"/>
                    </a:cubicBezTo>
                    <a:close/>
                    <a:moveTo>
                      <a:pt x="23" y="133"/>
                    </a:moveTo>
                    <a:cubicBezTo>
                      <a:pt x="23" y="133"/>
                      <a:pt x="23" y="133"/>
                      <a:pt x="23" y="133"/>
                    </a:cubicBezTo>
                    <a:cubicBezTo>
                      <a:pt x="23" y="133"/>
                      <a:pt x="23" y="133"/>
                      <a:pt x="23" y="133"/>
                    </a:cubicBezTo>
                    <a:cubicBezTo>
                      <a:pt x="26" y="136"/>
                      <a:pt x="29" y="137"/>
                      <a:pt x="33" y="137"/>
                    </a:cubicBezTo>
                    <a:cubicBezTo>
                      <a:pt x="37" y="137"/>
                      <a:pt x="40" y="136"/>
                      <a:pt x="42" y="134"/>
                    </a:cubicBezTo>
                    <a:cubicBezTo>
                      <a:pt x="43" y="133"/>
                      <a:pt x="43" y="133"/>
                      <a:pt x="43" y="133"/>
                    </a:cubicBezTo>
                    <a:cubicBezTo>
                      <a:pt x="45" y="131"/>
                      <a:pt x="47" y="127"/>
                      <a:pt x="47" y="124"/>
                    </a:cubicBezTo>
                    <a:cubicBezTo>
                      <a:pt x="47" y="120"/>
                      <a:pt x="45" y="116"/>
                      <a:pt x="43" y="114"/>
                    </a:cubicBezTo>
                    <a:cubicBezTo>
                      <a:pt x="42" y="114"/>
                      <a:pt x="42" y="114"/>
                      <a:pt x="42" y="114"/>
                    </a:cubicBezTo>
                    <a:cubicBezTo>
                      <a:pt x="40" y="112"/>
                      <a:pt x="37" y="110"/>
                      <a:pt x="33" y="110"/>
                    </a:cubicBezTo>
                    <a:cubicBezTo>
                      <a:pt x="29" y="110"/>
                      <a:pt x="26" y="112"/>
                      <a:pt x="23" y="114"/>
                    </a:cubicBezTo>
                    <a:cubicBezTo>
                      <a:pt x="21" y="116"/>
                      <a:pt x="19" y="120"/>
                      <a:pt x="19" y="124"/>
                    </a:cubicBezTo>
                    <a:cubicBezTo>
                      <a:pt x="19" y="127"/>
                      <a:pt x="21" y="131"/>
                      <a:pt x="23" y="133"/>
                    </a:cubicBezTo>
                    <a:close/>
                    <a:moveTo>
                      <a:pt x="29" y="120"/>
                    </a:moveTo>
                    <a:cubicBezTo>
                      <a:pt x="29" y="120"/>
                      <a:pt x="29" y="120"/>
                      <a:pt x="29" y="120"/>
                    </a:cubicBezTo>
                    <a:cubicBezTo>
                      <a:pt x="30" y="119"/>
                      <a:pt x="31" y="118"/>
                      <a:pt x="33" y="118"/>
                    </a:cubicBezTo>
                    <a:cubicBezTo>
                      <a:pt x="34" y="118"/>
                      <a:pt x="36" y="119"/>
                      <a:pt x="37" y="120"/>
                    </a:cubicBezTo>
                    <a:cubicBezTo>
                      <a:pt x="37" y="120"/>
                      <a:pt x="37" y="120"/>
                      <a:pt x="37" y="120"/>
                    </a:cubicBezTo>
                    <a:cubicBezTo>
                      <a:pt x="38" y="121"/>
                      <a:pt x="38" y="122"/>
                      <a:pt x="38" y="124"/>
                    </a:cubicBezTo>
                    <a:cubicBezTo>
                      <a:pt x="38" y="125"/>
                      <a:pt x="38" y="127"/>
                      <a:pt x="37" y="128"/>
                    </a:cubicBezTo>
                    <a:cubicBezTo>
                      <a:pt x="36" y="129"/>
                      <a:pt x="34" y="129"/>
                      <a:pt x="33" y="129"/>
                    </a:cubicBezTo>
                    <a:cubicBezTo>
                      <a:pt x="31" y="129"/>
                      <a:pt x="30" y="129"/>
                      <a:pt x="29" y="128"/>
                    </a:cubicBezTo>
                    <a:cubicBezTo>
                      <a:pt x="29" y="127"/>
                      <a:pt x="29" y="127"/>
                      <a:pt x="29" y="127"/>
                    </a:cubicBezTo>
                    <a:cubicBezTo>
                      <a:pt x="28" y="126"/>
                      <a:pt x="27" y="125"/>
                      <a:pt x="27" y="124"/>
                    </a:cubicBezTo>
                    <a:cubicBezTo>
                      <a:pt x="27" y="122"/>
                      <a:pt x="28" y="121"/>
                      <a:pt x="29" y="120"/>
                    </a:cubicBezTo>
                    <a:close/>
                    <a:moveTo>
                      <a:pt x="32" y="91"/>
                    </a:moveTo>
                    <a:cubicBezTo>
                      <a:pt x="32" y="91"/>
                      <a:pt x="32" y="91"/>
                      <a:pt x="32" y="91"/>
                    </a:cubicBezTo>
                    <a:cubicBezTo>
                      <a:pt x="34" y="91"/>
                      <a:pt x="36" y="89"/>
                      <a:pt x="36" y="87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6" y="35"/>
                      <a:pt x="34" y="34"/>
                      <a:pt x="32" y="34"/>
                    </a:cubicBezTo>
                    <a:cubicBezTo>
                      <a:pt x="29" y="34"/>
                      <a:pt x="28" y="35"/>
                      <a:pt x="28" y="38"/>
                    </a:cubicBezTo>
                    <a:cubicBezTo>
                      <a:pt x="28" y="87"/>
                      <a:pt x="28" y="87"/>
                      <a:pt x="28" y="87"/>
                    </a:cubicBezTo>
                    <a:cubicBezTo>
                      <a:pt x="28" y="89"/>
                      <a:pt x="29" y="91"/>
                      <a:pt x="32" y="91"/>
                    </a:cubicBezTo>
                    <a:close/>
                    <a:moveTo>
                      <a:pt x="134" y="31"/>
                    </a:moveTo>
                    <a:cubicBezTo>
                      <a:pt x="134" y="31"/>
                      <a:pt x="134" y="31"/>
                      <a:pt x="134" y="31"/>
                    </a:cubicBezTo>
                    <a:cubicBezTo>
                      <a:pt x="132" y="32"/>
                      <a:pt x="131" y="34"/>
                      <a:pt x="131" y="36"/>
                    </a:cubicBezTo>
                    <a:cubicBezTo>
                      <a:pt x="144" y="84"/>
                      <a:pt x="144" y="84"/>
                      <a:pt x="144" y="84"/>
                    </a:cubicBezTo>
                    <a:cubicBezTo>
                      <a:pt x="144" y="86"/>
                      <a:pt x="146" y="87"/>
                      <a:pt x="149" y="86"/>
                    </a:cubicBezTo>
                    <a:cubicBezTo>
                      <a:pt x="151" y="86"/>
                      <a:pt x="152" y="84"/>
                      <a:pt x="152" y="82"/>
                    </a:cubicBezTo>
                    <a:cubicBezTo>
                      <a:pt x="139" y="34"/>
                      <a:pt x="139" y="34"/>
                      <a:pt x="139" y="34"/>
                    </a:cubicBezTo>
                    <a:cubicBezTo>
                      <a:pt x="138" y="32"/>
                      <a:pt x="136" y="31"/>
                      <a:pt x="134" y="31"/>
                    </a:cubicBezTo>
                    <a:close/>
                    <a:moveTo>
                      <a:pt x="69" y="133"/>
                    </a:moveTo>
                    <a:cubicBezTo>
                      <a:pt x="69" y="133"/>
                      <a:pt x="69" y="133"/>
                      <a:pt x="69" y="133"/>
                    </a:cubicBezTo>
                    <a:cubicBezTo>
                      <a:pt x="69" y="133"/>
                      <a:pt x="69" y="133"/>
                      <a:pt x="69" y="133"/>
                    </a:cubicBezTo>
                    <a:cubicBezTo>
                      <a:pt x="71" y="136"/>
                      <a:pt x="75" y="137"/>
                      <a:pt x="79" y="137"/>
                    </a:cubicBezTo>
                    <a:cubicBezTo>
                      <a:pt x="82" y="137"/>
                      <a:pt x="86" y="136"/>
                      <a:pt x="88" y="134"/>
                    </a:cubicBezTo>
                    <a:cubicBezTo>
                      <a:pt x="88" y="133"/>
                      <a:pt x="88" y="133"/>
                      <a:pt x="88" y="133"/>
                    </a:cubicBezTo>
                    <a:cubicBezTo>
                      <a:pt x="91" y="131"/>
                      <a:pt x="92" y="127"/>
                      <a:pt x="92" y="124"/>
                    </a:cubicBezTo>
                    <a:cubicBezTo>
                      <a:pt x="92" y="120"/>
                      <a:pt x="91" y="116"/>
                      <a:pt x="88" y="114"/>
                    </a:cubicBezTo>
                    <a:cubicBezTo>
                      <a:pt x="86" y="112"/>
                      <a:pt x="82" y="110"/>
                      <a:pt x="79" y="110"/>
                    </a:cubicBezTo>
                    <a:cubicBezTo>
                      <a:pt x="75" y="110"/>
                      <a:pt x="71" y="112"/>
                      <a:pt x="69" y="114"/>
                    </a:cubicBezTo>
                    <a:cubicBezTo>
                      <a:pt x="69" y="114"/>
                      <a:pt x="69" y="114"/>
                      <a:pt x="69" y="114"/>
                    </a:cubicBezTo>
                    <a:cubicBezTo>
                      <a:pt x="66" y="116"/>
                      <a:pt x="65" y="120"/>
                      <a:pt x="65" y="124"/>
                    </a:cubicBezTo>
                    <a:cubicBezTo>
                      <a:pt x="65" y="127"/>
                      <a:pt x="66" y="131"/>
                      <a:pt x="69" y="133"/>
                    </a:cubicBezTo>
                    <a:close/>
                    <a:moveTo>
                      <a:pt x="75" y="120"/>
                    </a:moveTo>
                    <a:cubicBezTo>
                      <a:pt x="75" y="120"/>
                      <a:pt x="75" y="120"/>
                      <a:pt x="75" y="120"/>
                    </a:cubicBezTo>
                    <a:cubicBezTo>
                      <a:pt x="76" y="119"/>
                      <a:pt x="77" y="118"/>
                      <a:pt x="79" y="118"/>
                    </a:cubicBezTo>
                    <a:cubicBezTo>
                      <a:pt x="80" y="118"/>
                      <a:pt x="81" y="119"/>
                      <a:pt x="82" y="120"/>
                    </a:cubicBezTo>
                    <a:cubicBezTo>
                      <a:pt x="82" y="120"/>
                      <a:pt x="82" y="120"/>
                      <a:pt x="82" y="120"/>
                    </a:cubicBezTo>
                    <a:cubicBezTo>
                      <a:pt x="84" y="121"/>
                      <a:pt x="84" y="122"/>
                      <a:pt x="84" y="124"/>
                    </a:cubicBezTo>
                    <a:cubicBezTo>
                      <a:pt x="84" y="125"/>
                      <a:pt x="84" y="127"/>
                      <a:pt x="83" y="128"/>
                    </a:cubicBezTo>
                    <a:cubicBezTo>
                      <a:pt x="82" y="128"/>
                      <a:pt x="82" y="128"/>
                      <a:pt x="82" y="128"/>
                    </a:cubicBezTo>
                    <a:cubicBezTo>
                      <a:pt x="81" y="129"/>
                      <a:pt x="80" y="129"/>
                      <a:pt x="79" y="129"/>
                    </a:cubicBezTo>
                    <a:cubicBezTo>
                      <a:pt x="77" y="129"/>
                      <a:pt x="76" y="129"/>
                      <a:pt x="75" y="128"/>
                    </a:cubicBezTo>
                    <a:cubicBezTo>
                      <a:pt x="74" y="127"/>
                      <a:pt x="74" y="127"/>
                      <a:pt x="74" y="127"/>
                    </a:cubicBezTo>
                    <a:cubicBezTo>
                      <a:pt x="74" y="126"/>
                      <a:pt x="73" y="125"/>
                      <a:pt x="73" y="124"/>
                    </a:cubicBezTo>
                    <a:cubicBezTo>
                      <a:pt x="73" y="122"/>
                      <a:pt x="74" y="121"/>
                      <a:pt x="75" y="120"/>
                    </a:cubicBezTo>
                    <a:close/>
                    <a:moveTo>
                      <a:pt x="81" y="91"/>
                    </a:moveTo>
                    <a:cubicBezTo>
                      <a:pt x="81" y="91"/>
                      <a:pt x="81" y="91"/>
                      <a:pt x="81" y="91"/>
                    </a:cubicBezTo>
                    <a:cubicBezTo>
                      <a:pt x="83" y="91"/>
                      <a:pt x="85" y="89"/>
                      <a:pt x="85" y="87"/>
                    </a:cubicBezTo>
                    <a:cubicBezTo>
                      <a:pt x="85" y="38"/>
                      <a:pt x="85" y="38"/>
                      <a:pt x="85" y="38"/>
                    </a:cubicBezTo>
                    <a:cubicBezTo>
                      <a:pt x="85" y="35"/>
                      <a:pt x="83" y="34"/>
                      <a:pt x="81" y="34"/>
                    </a:cubicBezTo>
                    <a:cubicBezTo>
                      <a:pt x="79" y="34"/>
                      <a:pt x="77" y="35"/>
                      <a:pt x="77" y="38"/>
                    </a:cubicBezTo>
                    <a:cubicBezTo>
                      <a:pt x="77" y="87"/>
                      <a:pt x="77" y="87"/>
                      <a:pt x="77" y="87"/>
                    </a:cubicBezTo>
                    <a:cubicBezTo>
                      <a:pt x="77" y="89"/>
                      <a:pt x="79" y="91"/>
                      <a:pt x="81" y="91"/>
                    </a:cubicBezTo>
                    <a:close/>
                    <a:moveTo>
                      <a:pt x="148" y="109"/>
                    </a:moveTo>
                    <a:cubicBezTo>
                      <a:pt x="148" y="109"/>
                      <a:pt x="148" y="109"/>
                      <a:pt x="148" y="109"/>
                    </a:cubicBezTo>
                    <a:cubicBezTo>
                      <a:pt x="146" y="111"/>
                      <a:pt x="144" y="114"/>
                      <a:pt x="144" y="118"/>
                    </a:cubicBezTo>
                    <a:cubicBezTo>
                      <a:pt x="144" y="122"/>
                      <a:pt x="146" y="125"/>
                      <a:pt x="148" y="128"/>
                    </a:cubicBezTo>
                    <a:cubicBezTo>
                      <a:pt x="148" y="128"/>
                      <a:pt x="148" y="128"/>
                      <a:pt x="148" y="128"/>
                    </a:cubicBezTo>
                    <a:cubicBezTo>
                      <a:pt x="151" y="130"/>
                      <a:pt x="154" y="132"/>
                      <a:pt x="158" y="132"/>
                    </a:cubicBezTo>
                    <a:cubicBezTo>
                      <a:pt x="161" y="132"/>
                      <a:pt x="165" y="131"/>
                      <a:pt x="167" y="128"/>
                    </a:cubicBezTo>
                    <a:cubicBezTo>
                      <a:pt x="167" y="128"/>
                      <a:pt x="167" y="128"/>
                      <a:pt x="167" y="128"/>
                    </a:cubicBezTo>
                    <a:cubicBezTo>
                      <a:pt x="168" y="128"/>
                      <a:pt x="168" y="128"/>
                      <a:pt x="168" y="128"/>
                    </a:cubicBezTo>
                    <a:cubicBezTo>
                      <a:pt x="170" y="126"/>
                      <a:pt x="171" y="122"/>
                      <a:pt x="171" y="118"/>
                    </a:cubicBezTo>
                    <a:cubicBezTo>
                      <a:pt x="171" y="114"/>
                      <a:pt x="170" y="111"/>
                      <a:pt x="168" y="109"/>
                    </a:cubicBezTo>
                    <a:cubicBezTo>
                      <a:pt x="168" y="109"/>
                      <a:pt x="168" y="109"/>
                      <a:pt x="168" y="109"/>
                    </a:cubicBezTo>
                    <a:cubicBezTo>
                      <a:pt x="168" y="109"/>
                      <a:pt x="168" y="109"/>
                      <a:pt x="168" y="109"/>
                    </a:cubicBezTo>
                    <a:cubicBezTo>
                      <a:pt x="165" y="106"/>
                      <a:pt x="162" y="105"/>
                      <a:pt x="158" y="105"/>
                    </a:cubicBezTo>
                    <a:cubicBezTo>
                      <a:pt x="154" y="105"/>
                      <a:pt x="151" y="106"/>
                      <a:pt x="148" y="109"/>
                    </a:cubicBezTo>
                    <a:close/>
                    <a:moveTo>
                      <a:pt x="154" y="114"/>
                    </a:moveTo>
                    <a:cubicBezTo>
                      <a:pt x="154" y="114"/>
                      <a:pt x="154" y="114"/>
                      <a:pt x="154" y="114"/>
                    </a:cubicBezTo>
                    <a:cubicBezTo>
                      <a:pt x="155" y="113"/>
                      <a:pt x="156" y="113"/>
                      <a:pt x="158" y="113"/>
                    </a:cubicBezTo>
                    <a:cubicBezTo>
                      <a:pt x="159" y="113"/>
                      <a:pt x="161" y="113"/>
                      <a:pt x="162" y="114"/>
                    </a:cubicBezTo>
                    <a:cubicBezTo>
                      <a:pt x="163" y="115"/>
                      <a:pt x="163" y="117"/>
                      <a:pt x="163" y="118"/>
                    </a:cubicBezTo>
                    <a:cubicBezTo>
                      <a:pt x="163" y="120"/>
                      <a:pt x="163" y="121"/>
                      <a:pt x="162" y="122"/>
                    </a:cubicBezTo>
                    <a:cubicBezTo>
                      <a:pt x="161" y="123"/>
                      <a:pt x="159" y="124"/>
                      <a:pt x="158" y="124"/>
                    </a:cubicBezTo>
                    <a:cubicBezTo>
                      <a:pt x="156" y="124"/>
                      <a:pt x="155" y="123"/>
                      <a:pt x="154" y="122"/>
                    </a:cubicBezTo>
                    <a:cubicBezTo>
                      <a:pt x="154" y="122"/>
                      <a:pt x="154" y="122"/>
                      <a:pt x="154" y="122"/>
                    </a:cubicBezTo>
                    <a:cubicBezTo>
                      <a:pt x="153" y="121"/>
                      <a:pt x="152" y="120"/>
                      <a:pt x="152" y="118"/>
                    </a:cubicBezTo>
                    <a:cubicBezTo>
                      <a:pt x="152" y="117"/>
                      <a:pt x="153" y="115"/>
                      <a:pt x="154" y="11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" name="Freeform 10">
                <a:extLst>
                  <a:ext uri="{FF2B5EF4-FFF2-40B4-BE49-F238E27FC236}">
                    <a16:creationId xmlns:a16="http://schemas.microsoft.com/office/drawing/2014/main" id="{CD744464-4C63-FD95-526E-16666D7FA2B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107850" y="2175762"/>
                <a:ext cx="174824" cy="175280"/>
              </a:xfrm>
              <a:custGeom>
                <a:avLst/>
                <a:gdLst>
                  <a:gd name="T0" fmla="*/ 47 w 162"/>
                  <a:gd name="T1" fmla="*/ 34 h 163"/>
                  <a:gd name="T2" fmla="*/ 34 w 162"/>
                  <a:gd name="T3" fmla="*/ 47 h 163"/>
                  <a:gd name="T4" fmla="*/ 32 w 162"/>
                  <a:gd name="T5" fmla="*/ 61 h 163"/>
                  <a:gd name="T6" fmla="*/ 41 w 162"/>
                  <a:gd name="T7" fmla="*/ 52 h 163"/>
                  <a:gd name="T8" fmla="*/ 52 w 162"/>
                  <a:gd name="T9" fmla="*/ 41 h 163"/>
                  <a:gd name="T10" fmla="*/ 60 w 162"/>
                  <a:gd name="T11" fmla="*/ 32 h 163"/>
                  <a:gd name="T12" fmla="*/ 160 w 162"/>
                  <a:gd name="T13" fmla="*/ 150 h 163"/>
                  <a:gd name="T14" fmla="*/ 130 w 162"/>
                  <a:gd name="T15" fmla="*/ 121 h 163"/>
                  <a:gd name="T16" fmla="*/ 147 w 162"/>
                  <a:gd name="T17" fmla="*/ 74 h 163"/>
                  <a:gd name="T18" fmla="*/ 142 w 162"/>
                  <a:gd name="T19" fmla="*/ 46 h 163"/>
                  <a:gd name="T20" fmla="*/ 126 w 162"/>
                  <a:gd name="T21" fmla="*/ 22 h 163"/>
                  <a:gd name="T22" fmla="*/ 74 w 162"/>
                  <a:gd name="T23" fmla="*/ 0 h 163"/>
                  <a:gd name="T24" fmla="*/ 6 w 162"/>
                  <a:gd name="T25" fmla="*/ 46 h 163"/>
                  <a:gd name="T26" fmla="*/ 5 w 162"/>
                  <a:gd name="T27" fmla="*/ 102 h 163"/>
                  <a:gd name="T28" fmla="*/ 21 w 162"/>
                  <a:gd name="T29" fmla="*/ 126 h 163"/>
                  <a:gd name="T30" fmla="*/ 45 w 162"/>
                  <a:gd name="T31" fmla="*/ 142 h 163"/>
                  <a:gd name="T32" fmla="*/ 45 w 162"/>
                  <a:gd name="T33" fmla="*/ 142 h 163"/>
                  <a:gd name="T34" fmla="*/ 102 w 162"/>
                  <a:gd name="T35" fmla="*/ 142 h 163"/>
                  <a:gd name="T36" fmla="*/ 150 w 162"/>
                  <a:gd name="T37" fmla="*/ 160 h 163"/>
                  <a:gd name="T38" fmla="*/ 160 w 162"/>
                  <a:gd name="T39" fmla="*/ 150 h 163"/>
                  <a:gd name="T40" fmla="*/ 116 w 162"/>
                  <a:gd name="T41" fmla="*/ 117 h 163"/>
                  <a:gd name="T42" fmla="*/ 97 w 162"/>
                  <a:gd name="T43" fmla="*/ 130 h 163"/>
                  <a:gd name="T44" fmla="*/ 51 w 162"/>
                  <a:gd name="T45" fmla="*/ 130 h 163"/>
                  <a:gd name="T46" fmla="*/ 31 w 162"/>
                  <a:gd name="T47" fmla="*/ 117 h 163"/>
                  <a:gd name="T48" fmla="*/ 31 w 162"/>
                  <a:gd name="T49" fmla="*/ 117 h 163"/>
                  <a:gd name="T50" fmla="*/ 18 w 162"/>
                  <a:gd name="T51" fmla="*/ 97 h 163"/>
                  <a:gd name="T52" fmla="*/ 18 w 162"/>
                  <a:gd name="T53" fmla="*/ 51 h 163"/>
                  <a:gd name="T54" fmla="*/ 74 w 162"/>
                  <a:gd name="T55" fmla="*/ 14 h 163"/>
                  <a:gd name="T56" fmla="*/ 116 w 162"/>
                  <a:gd name="T57" fmla="*/ 31 h 163"/>
                  <a:gd name="T58" fmla="*/ 129 w 162"/>
                  <a:gd name="T59" fmla="*/ 51 h 163"/>
                  <a:gd name="T60" fmla="*/ 134 w 162"/>
                  <a:gd name="T61" fmla="*/ 74 h 163"/>
                  <a:gd name="T62" fmla="*/ 116 w 162"/>
                  <a:gd name="T63" fmla="*/ 117 h 163"/>
                  <a:gd name="T64" fmla="*/ 117 w 162"/>
                  <a:gd name="T65" fmla="*/ 70 h 163"/>
                  <a:gd name="T66" fmla="*/ 110 w 162"/>
                  <a:gd name="T67" fmla="*/ 89 h 163"/>
                  <a:gd name="T68" fmla="*/ 102 w 162"/>
                  <a:gd name="T69" fmla="*/ 102 h 163"/>
                  <a:gd name="T70" fmla="*/ 74 w 162"/>
                  <a:gd name="T71" fmla="*/ 114 h 163"/>
                  <a:gd name="T72" fmla="*/ 74 w 162"/>
                  <a:gd name="T73" fmla="*/ 122 h 163"/>
                  <a:gd name="T74" fmla="*/ 107 w 162"/>
                  <a:gd name="T75" fmla="*/ 108 h 163"/>
                  <a:gd name="T76" fmla="*/ 118 w 162"/>
                  <a:gd name="T77" fmla="*/ 92 h 163"/>
                  <a:gd name="T78" fmla="*/ 117 w 162"/>
                  <a:gd name="T79" fmla="*/ 70 h 1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162" h="163">
                    <a:moveTo>
                      <a:pt x="55" y="30"/>
                    </a:moveTo>
                    <a:cubicBezTo>
                      <a:pt x="52" y="31"/>
                      <a:pt x="50" y="33"/>
                      <a:pt x="47" y="34"/>
                    </a:cubicBezTo>
                    <a:cubicBezTo>
                      <a:pt x="44" y="36"/>
                      <a:pt x="42" y="38"/>
                      <a:pt x="40" y="40"/>
                    </a:cubicBezTo>
                    <a:cubicBezTo>
                      <a:pt x="38" y="42"/>
                      <a:pt x="36" y="45"/>
                      <a:pt x="34" y="47"/>
                    </a:cubicBezTo>
                    <a:cubicBezTo>
                      <a:pt x="32" y="50"/>
                      <a:pt x="31" y="53"/>
                      <a:pt x="30" y="55"/>
                    </a:cubicBezTo>
                    <a:cubicBezTo>
                      <a:pt x="29" y="57"/>
                      <a:pt x="30" y="60"/>
                      <a:pt x="32" y="61"/>
                    </a:cubicBezTo>
                    <a:cubicBezTo>
                      <a:pt x="34" y="62"/>
                      <a:pt x="36" y="61"/>
                      <a:pt x="37" y="59"/>
                    </a:cubicBezTo>
                    <a:cubicBezTo>
                      <a:pt x="38" y="56"/>
                      <a:pt x="39" y="54"/>
                      <a:pt x="41" y="52"/>
                    </a:cubicBezTo>
                    <a:cubicBezTo>
                      <a:pt x="42" y="50"/>
                      <a:pt x="44" y="48"/>
                      <a:pt x="46" y="46"/>
                    </a:cubicBezTo>
                    <a:cubicBezTo>
                      <a:pt x="48" y="44"/>
                      <a:pt x="49" y="43"/>
                      <a:pt x="52" y="41"/>
                    </a:cubicBezTo>
                    <a:cubicBezTo>
                      <a:pt x="54" y="40"/>
                      <a:pt x="56" y="38"/>
                      <a:pt x="58" y="37"/>
                    </a:cubicBezTo>
                    <a:cubicBezTo>
                      <a:pt x="60" y="37"/>
                      <a:pt x="61" y="34"/>
                      <a:pt x="60" y="32"/>
                    </a:cubicBezTo>
                    <a:cubicBezTo>
                      <a:pt x="59" y="30"/>
                      <a:pt x="57" y="29"/>
                      <a:pt x="55" y="30"/>
                    </a:cubicBezTo>
                    <a:close/>
                    <a:moveTo>
                      <a:pt x="160" y="150"/>
                    </a:moveTo>
                    <a:cubicBezTo>
                      <a:pt x="160" y="150"/>
                      <a:pt x="160" y="150"/>
                      <a:pt x="160" y="150"/>
                    </a:cubicBezTo>
                    <a:cubicBezTo>
                      <a:pt x="130" y="121"/>
                      <a:pt x="130" y="121"/>
                      <a:pt x="130" y="121"/>
                    </a:cubicBezTo>
                    <a:cubicBezTo>
                      <a:pt x="135" y="115"/>
                      <a:pt x="139" y="109"/>
                      <a:pt x="142" y="102"/>
                    </a:cubicBezTo>
                    <a:cubicBezTo>
                      <a:pt x="145" y="93"/>
                      <a:pt x="147" y="84"/>
                      <a:pt x="147" y="74"/>
                    </a:cubicBezTo>
                    <a:cubicBezTo>
                      <a:pt x="147" y="64"/>
                      <a:pt x="145" y="55"/>
                      <a:pt x="142" y="46"/>
                    </a:cubicBezTo>
                    <a:cubicBezTo>
                      <a:pt x="142" y="46"/>
                      <a:pt x="142" y="46"/>
                      <a:pt x="142" y="46"/>
                    </a:cubicBezTo>
                    <a:cubicBezTo>
                      <a:pt x="138" y="37"/>
                      <a:pt x="133" y="29"/>
                      <a:pt x="126" y="22"/>
                    </a:cubicBezTo>
                    <a:cubicBezTo>
                      <a:pt x="126" y="22"/>
                      <a:pt x="126" y="22"/>
                      <a:pt x="126" y="22"/>
                    </a:cubicBezTo>
                    <a:cubicBezTo>
                      <a:pt x="119" y="15"/>
                      <a:pt x="111" y="10"/>
                      <a:pt x="102" y="6"/>
                    </a:cubicBezTo>
                    <a:cubicBezTo>
                      <a:pt x="93" y="2"/>
                      <a:pt x="84" y="0"/>
                      <a:pt x="74" y="0"/>
                    </a:cubicBezTo>
                    <a:cubicBezTo>
                      <a:pt x="53" y="0"/>
                      <a:pt x="35" y="8"/>
                      <a:pt x="21" y="22"/>
                    </a:cubicBezTo>
                    <a:cubicBezTo>
                      <a:pt x="15" y="29"/>
                      <a:pt x="9" y="37"/>
                      <a:pt x="6" y="46"/>
                    </a:cubicBezTo>
                    <a:cubicBezTo>
                      <a:pt x="2" y="55"/>
                      <a:pt x="0" y="64"/>
                      <a:pt x="0" y="74"/>
                    </a:cubicBezTo>
                    <a:cubicBezTo>
                      <a:pt x="0" y="84"/>
                      <a:pt x="2" y="93"/>
                      <a:pt x="5" y="102"/>
                    </a:cubicBezTo>
                    <a:cubicBezTo>
                      <a:pt x="6" y="102"/>
                      <a:pt x="6" y="102"/>
                      <a:pt x="6" y="102"/>
                    </a:cubicBezTo>
                    <a:cubicBezTo>
                      <a:pt x="9" y="111"/>
                      <a:pt x="15" y="119"/>
                      <a:pt x="21" y="126"/>
                    </a:cubicBezTo>
                    <a:cubicBezTo>
                      <a:pt x="22" y="126"/>
                      <a:pt x="22" y="126"/>
                      <a:pt x="22" y="126"/>
                    </a:cubicBezTo>
                    <a:cubicBezTo>
                      <a:pt x="28" y="133"/>
                      <a:pt x="36" y="138"/>
                      <a:pt x="45" y="142"/>
                    </a:cubicBezTo>
                    <a:cubicBezTo>
                      <a:pt x="45" y="142"/>
                      <a:pt x="45" y="142"/>
                      <a:pt x="45" y="142"/>
                    </a:cubicBezTo>
                    <a:cubicBezTo>
                      <a:pt x="45" y="142"/>
                      <a:pt x="45" y="142"/>
                      <a:pt x="45" y="142"/>
                    </a:cubicBezTo>
                    <a:cubicBezTo>
                      <a:pt x="54" y="146"/>
                      <a:pt x="64" y="148"/>
                      <a:pt x="74" y="148"/>
                    </a:cubicBezTo>
                    <a:cubicBezTo>
                      <a:pt x="84" y="148"/>
                      <a:pt x="93" y="146"/>
                      <a:pt x="102" y="142"/>
                    </a:cubicBezTo>
                    <a:cubicBezTo>
                      <a:pt x="109" y="139"/>
                      <a:pt x="115" y="135"/>
                      <a:pt x="121" y="131"/>
                    </a:cubicBezTo>
                    <a:cubicBezTo>
                      <a:pt x="150" y="160"/>
                      <a:pt x="150" y="160"/>
                      <a:pt x="150" y="160"/>
                    </a:cubicBezTo>
                    <a:cubicBezTo>
                      <a:pt x="153" y="163"/>
                      <a:pt x="157" y="163"/>
                      <a:pt x="160" y="160"/>
                    </a:cubicBezTo>
                    <a:cubicBezTo>
                      <a:pt x="162" y="157"/>
                      <a:pt x="162" y="153"/>
                      <a:pt x="160" y="150"/>
                    </a:cubicBezTo>
                    <a:close/>
                    <a:moveTo>
                      <a:pt x="116" y="117"/>
                    </a:moveTo>
                    <a:cubicBezTo>
                      <a:pt x="116" y="117"/>
                      <a:pt x="116" y="117"/>
                      <a:pt x="116" y="117"/>
                    </a:cubicBezTo>
                    <a:cubicBezTo>
                      <a:pt x="116" y="117"/>
                      <a:pt x="116" y="117"/>
                      <a:pt x="116" y="117"/>
                    </a:cubicBezTo>
                    <a:cubicBezTo>
                      <a:pt x="111" y="122"/>
                      <a:pt x="104" y="127"/>
                      <a:pt x="97" y="130"/>
                    </a:cubicBezTo>
                    <a:cubicBezTo>
                      <a:pt x="90" y="133"/>
                      <a:pt x="82" y="134"/>
                      <a:pt x="74" y="134"/>
                    </a:cubicBezTo>
                    <a:cubicBezTo>
                      <a:pt x="65" y="134"/>
                      <a:pt x="58" y="133"/>
                      <a:pt x="51" y="130"/>
                    </a:cubicBezTo>
                    <a:cubicBezTo>
                      <a:pt x="51" y="130"/>
                      <a:pt x="51" y="130"/>
                      <a:pt x="51" y="130"/>
                    </a:cubicBezTo>
                    <a:cubicBezTo>
                      <a:pt x="43" y="127"/>
                      <a:pt x="37" y="122"/>
                      <a:pt x="31" y="117"/>
                    </a:cubicBezTo>
                    <a:cubicBezTo>
                      <a:pt x="31" y="117"/>
                      <a:pt x="31" y="117"/>
                      <a:pt x="31" y="117"/>
                    </a:cubicBezTo>
                    <a:cubicBezTo>
                      <a:pt x="31" y="117"/>
                      <a:pt x="31" y="117"/>
                      <a:pt x="31" y="117"/>
                    </a:cubicBezTo>
                    <a:cubicBezTo>
                      <a:pt x="26" y="111"/>
                      <a:pt x="21" y="104"/>
                      <a:pt x="18" y="97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5" y="90"/>
                      <a:pt x="13" y="82"/>
                      <a:pt x="13" y="74"/>
                    </a:cubicBezTo>
                    <a:cubicBezTo>
                      <a:pt x="13" y="66"/>
                      <a:pt x="15" y="58"/>
                      <a:pt x="18" y="51"/>
                    </a:cubicBezTo>
                    <a:cubicBezTo>
                      <a:pt x="21" y="44"/>
                      <a:pt x="26" y="37"/>
                      <a:pt x="31" y="31"/>
                    </a:cubicBezTo>
                    <a:cubicBezTo>
                      <a:pt x="42" y="21"/>
                      <a:pt x="57" y="14"/>
                      <a:pt x="74" y="14"/>
                    </a:cubicBezTo>
                    <a:cubicBezTo>
                      <a:pt x="82" y="14"/>
                      <a:pt x="90" y="15"/>
                      <a:pt x="97" y="18"/>
                    </a:cubicBezTo>
                    <a:cubicBezTo>
                      <a:pt x="104" y="21"/>
                      <a:pt x="111" y="26"/>
                      <a:pt x="116" y="31"/>
                    </a:cubicBezTo>
                    <a:cubicBezTo>
                      <a:pt x="117" y="32"/>
                      <a:pt x="117" y="32"/>
                      <a:pt x="117" y="32"/>
                    </a:cubicBezTo>
                    <a:cubicBezTo>
                      <a:pt x="122" y="37"/>
                      <a:pt x="126" y="44"/>
                      <a:pt x="129" y="51"/>
                    </a:cubicBezTo>
                    <a:cubicBezTo>
                      <a:pt x="129" y="51"/>
                      <a:pt x="129" y="51"/>
                      <a:pt x="129" y="51"/>
                    </a:cubicBezTo>
                    <a:cubicBezTo>
                      <a:pt x="132" y="58"/>
                      <a:pt x="134" y="66"/>
                      <a:pt x="134" y="74"/>
                    </a:cubicBezTo>
                    <a:cubicBezTo>
                      <a:pt x="134" y="82"/>
                      <a:pt x="132" y="90"/>
                      <a:pt x="129" y="97"/>
                    </a:cubicBezTo>
                    <a:cubicBezTo>
                      <a:pt x="126" y="104"/>
                      <a:pt x="122" y="111"/>
                      <a:pt x="116" y="117"/>
                    </a:cubicBezTo>
                    <a:close/>
                    <a:moveTo>
                      <a:pt x="117" y="70"/>
                    </a:moveTo>
                    <a:cubicBezTo>
                      <a:pt x="117" y="70"/>
                      <a:pt x="117" y="70"/>
                      <a:pt x="117" y="70"/>
                    </a:cubicBezTo>
                    <a:cubicBezTo>
                      <a:pt x="115" y="70"/>
                      <a:pt x="113" y="72"/>
                      <a:pt x="113" y="74"/>
                    </a:cubicBezTo>
                    <a:cubicBezTo>
                      <a:pt x="113" y="79"/>
                      <a:pt x="112" y="84"/>
                      <a:pt x="110" y="89"/>
                    </a:cubicBezTo>
                    <a:cubicBezTo>
                      <a:pt x="110" y="89"/>
                      <a:pt x="110" y="89"/>
                      <a:pt x="110" y="89"/>
                    </a:cubicBezTo>
                    <a:cubicBezTo>
                      <a:pt x="108" y="94"/>
                      <a:pt x="105" y="98"/>
                      <a:pt x="102" y="102"/>
                    </a:cubicBezTo>
                    <a:cubicBezTo>
                      <a:pt x="98" y="106"/>
                      <a:pt x="94" y="109"/>
                      <a:pt x="89" y="111"/>
                    </a:cubicBezTo>
                    <a:cubicBezTo>
                      <a:pt x="84" y="113"/>
                      <a:pt x="79" y="114"/>
                      <a:pt x="74" y="114"/>
                    </a:cubicBezTo>
                    <a:cubicBezTo>
                      <a:pt x="71" y="114"/>
                      <a:pt x="70" y="115"/>
                      <a:pt x="70" y="118"/>
                    </a:cubicBezTo>
                    <a:cubicBezTo>
                      <a:pt x="70" y="120"/>
                      <a:pt x="71" y="122"/>
                      <a:pt x="74" y="122"/>
                    </a:cubicBezTo>
                    <a:cubicBezTo>
                      <a:pt x="80" y="122"/>
                      <a:pt x="86" y="120"/>
                      <a:pt x="92" y="118"/>
                    </a:cubicBezTo>
                    <a:cubicBezTo>
                      <a:pt x="98" y="116"/>
                      <a:pt x="103" y="112"/>
                      <a:pt x="107" y="108"/>
                    </a:cubicBezTo>
                    <a:cubicBezTo>
                      <a:pt x="112" y="103"/>
                      <a:pt x="115" y="98"/>
                      <a:pt x="118" y="92"/>
                    </a:cubicBezTo>
                    <a:cubicBezTo>
                      <a:pt x="118" y="92"/>
                      <a:pt x="118" y="92"/>
                      <a:pt x="118" y="92"/>
                    </a:cubicBezTo>
                    <a:cubicBezTo>
                      <a:pt x="120" y="86"/>
                      <a:pt x="121" y="80"/>
                      <a:pt x="121" y="74"/>
                    </a:cubicBezTo>
                    <a:cubicBezTo>
                      <a:pt x="121" y="72"/>
                      <a:pt x="120" y="70"/>
                      <a:pt x="117" y="7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" name="Freeform 12">
                <a:extLst>
                  <a:ext uri="{FF2B5EF4-FFF2-40B4-BE49-F238E27FC236}">
                    <a16:creationId xmlns:a16="http://schemas.microsoft.com/office/drawing/2014/main" id="{33F39489-6AC6-D007-DD8A-1D3DE393121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134107" y="2770653"/>
                <a:ext cx="130548" cy="187604"/>
              </a:xfrm>
              <a:custGeom>
                <a:avLst/>
                <a:gdLst>
                  <a:gd name="T0" fmla="*/ 3 w 121"/>
                  <a:gd name="T1" fmla="*/ 119 h 174"/>
                  <a:gd name="T2" fmla="*/ 23 w 121"/>
                  <a:gd name="T3" fmla="*/ 115 h 174"/>
                  <a:gd name="T4" fmla="*/ 38 w 121"/>
                  <a:gd name="T5" fmla="*/ 74 h 174"/>
                  <a:gd name="T6" fmla="*/ 38 w 121"/>
                  <a:gd name="T7" fmla="*/ 74 h 174"/>
                  <a:gd name="T8" fmla="*/ 38 w 121"/>
                  <a:gd name="T9" fmla="*/ 29 h 174"/>
                  <a:gd name="T10" fmla="*/ 54 w 121"/>
                  <a:gd name="T11" fmla="*/ 21 h 174"/>
                  <a:gd name="T12" fmla="*/ 60 w 121"/>
                  <a:gd name="T13" fmla="*/ 0 h 174"/>
                  <a:gd name="T14" fmla="*/ 67 w 121"/>
                  <a:gd name="T15" fmla="*/ 21 h 174"/>
                  <a:gd name="T16" fmla="*/ 92 w 121"/>
                  <a:gd name="T17" fmla="*/ 51 h 174"/>
                  <a:gd name="T18" fmla="*/ 82 w 121"/>
                  <a:gd name="T19" fmla="*/ 74 h 174"/>
                  <a:gd name="T20" fmla="*/ 98 w 121"/>
                  <a:gd name="T21" fmla="*/ 115 h 174"/>
                  <a:gd name="T22" fmla="*/ 117 w 121"/>
                  <a:gd name="T23" fmla="*/ 119 h 174"/>
                  <a:gd name="T24" fmla="*/ 102 w 121"/>
                  <a:gd name="T25" fmla="*/ 124 h 174"/>
                  <a:gd name="T26" fmla="*/ 116 w 121"/>
                  <a:gd name="T27" fmla="*/ 159 h 174"/>
                  <a:gd name="T28" fmla="*/ 120 w 121"/>
                  <a:gd name="T29" fmla="*/ 168 h 174"/>
                  <a:gd name="T30" fmla="*/ 113 w 121"/>
                  <a:gd name="T31" fmla="*/ 171 h 174"/>
                  <a:gd name="T32" fmla="*/ 108 w 121"/>
                  <a:gd name="T33" fmla="*/ 162 h 174"/>
                  <a:gd name="T34" fmla="*/ 87 w 121"/>
                  <a:gd name="T35" fmla="*/ 124 h 174"/>
                  <a:gd name="T36" fmla="*/ 67 w 121"/>
                  <a:gd name="T37" fmla="*/ 129 h 174"/>
                  <a:gd name="T38" fmla="*/ 54 w 121"/>
                  <a:gd name="T39" fmla="*/ 129 h 174"/>
                  <a:gd name="T40" fmla="*/ 34 w 121"/>
                  <a:gd name="T41" fmla="*/ 124 h 174"/>
                  <a:gd name="T42" fmla="*/ 13 w 121"/>
                  <a:gd name="T43" fmla="*/ 162 h 174"/>
                  <a:gd name="T44" fmla="*/ 8 w 121"/>
                  <a:gd name="T45" fmla="*/ 171 h 174"/>
                  <a:gd name="T46" fmla="*/ 1 w 121"/>
                  <a:gd name="T47" fmla="*/ 168 h 174"/>
                  <a:gd name="T48" fmla="*/ 5 w 121"/>
                  <a:gd name="T49" fmla="*/ 159 h 174"/>
                  <a:gd name="T50" fmla="*/ 19 w 121"/>
                  <a:gd name="T51" fmla="*/ 124 h 174"/>
                  <a:gd name="T52" fmla="*/ 54 w 121"/>
                  <a:gd name="T53" fmla="*/ 115 h 174"/>
                  <a:gd name="T54" fmla="*/ 54 w 121"/>
                  <a:gd name="T55" fmla="*/ 110 h 174"/>
                  <a:gd name="T56" fmla="*/ 67 w 121"/>
                  <a:gd name="T57" fmla="*/ 110 h 174"/>
                  <a:gd name="T58" fmla="*/ 83 w 121"/>
                  <a:gd name="T59" fmla="*/ 115 h 174"/>
                  <a:gd name="T60" fmla="*/ 54 w 121"/>
                  <a:gd name="T61" fmla="*/ 82 h 174"/>
                  <a:gd name="T62" fmla="*/ 54 w 121"/>
                  <a:gd name="T63" fmla="*/ 115 h 174"/>
                  <a:gd name="T64" fmla="*/ 73 w 121"/>
                  <a:gd name="T65" fmla="*/ 39 h 174"/>
                  <a:gd name="T66" fmla="*/ 48 w 121"/>
                  <a:gd name="T67" fmla="*/ 39 h 174"/>
                  <a:gd name="T68" fmla="*/ 48 w 121"/>
                  <a:gd name="T69" fmla="*/ 64 h 174"/>
                  <a:gd name="T70" fmla="*/ 68 w 121"/>
                  <a:gd name="T71" fmla="*/ 68 h 174"/>
                  <a:gd name="T72" fmla="*/ 73 w 121"/>
                  <a:gd name="T73" fmla="*/ 64 h 174"/>
                  <a:gd name="T74" fmla="*/ 73 w 121"/>
                  <a:gd name="T75" fmla="*/ 39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21" h="174">
                    <a:moveTo>
                      <a:pt x="8" y="124"/>
                    </a:moveTo>
                    <a:cubicBezTo>
                      <a:pt x="5" y="124"/>
                      <a:pt x="3" y="122"/>
                      <a:pt x="3" y="119"/>
                    </a:cubicBezTo>
                    <a:cubicBezTo>
                      <a:pt x="3" y="117"/>
                      <a:pt x="5" y="115"/>
                      <a:pt x="8" y="115"/>
                    </a:cubicBezTo>
                    <a:cubicBezTo>
                      <a:pt x="23" y="115"/>
                      <a:pt x="23" y="115"/>
                      <a:pt x="23" y="115"/>
                    </a:cubicBezTo>
                    <a:cubicBezTo>
                      <a:pt x="42" y="77"/>
                      <a:pt x="42" y="77"/>
                      <a:pt x="42" y="77"/>
                    </a:cubicBezTo>
                    <a:cubicBezTo>
                      <a:pt x="41" y="76"/>
                      <a:pt x="40" y="75"/>
                      <a:pt x="38" y="74"/>
                    </a:cubicBezTo>
                    <a:cubicBezTo>
                      <a:pt x="38" y="74"/>
                      <a:pt x="38" y="74"/>
                      <a:pt x="38" y="74"/>
                    </a:cubicBezTo>
                    <a:cubicBezTo>
                      <a:pt x="38" y="74"/>
                      <a:pt x="38" y="74"/>
                      <a:pt x="38" y="74"/>
                    </a:cubicBezTo>
                    <a:cubicBezTo>
                      <a:pt x="33" y="68"/>
                      <a:pt x="29" y="60"/>
                      <a:pt x="29" y="51"/>
                    </a:cubicBezTo>
                    <a:cubicBezTo>
                      <a:pt x="29" y="43"/>
                      <a:pt x="33" y="35"/>
                      <a:pt x="38" y="29"/>
                    </a:cubicBezTo>
                    <a:cubicBezTo>
                      <a:pt x="39" y="29"/>
                      <a:pt x="39" y="29"/>
                      <a:pt x="39" y="29"/>
                    </a:cubicBezTo>
                    <a:cubicBezTo>
                      <a:pt x="43" y="25"/>
                      <a:pt x="48" y="22"/>
                      <a:pt x="54" y="21"/>
                    </a:cubicBezTo>
                    <a:cubicBezTo>
                      <a:pt x="54" y="7"/>
                      <a:pt x="54" y="7"/>
                      <a:pt x="54" y="7"/>
                    </a:cubicBezTo>
                    <a:cubicBezTo>
                      <a:pt x="54" y="3"/>
                      <a:pt x="57" y="0"/>
                      <a:pt x="60" y="0"/>
                    </a:cubicBezTo>
                    <a:cubicBezTo>
                      <a:pt x="64" y="0"/>
                      <a:pt x="67" y="3"/>
                      <a:pt x="67" y="7"/>
                    </a:cubicBezTo>
                    <a:cubicBezTo>
                      <a:pt x="67" y="21"/>
                      <a:pt x="67" y="21"/>
                      <a:pt x="67" y="21"/>
                    </a:cubicBezTo>
                    <a:cubicBezTo>
                      <a:pt x="73" y="22"/>
                      <a:pt x="78" y="25"/>
                      <a:pt x="82" y="29"/>
                    </a:cubicBezTo>
                    <a:cubicBezTo>
                      <a:pt x="88" y="35"/>
                      <a:pt x="92" y="43"/>
                      <a:pt x="92" y="51"/>
                    </a:cubicBezTo>
                    <a:cubicBezTo>
                      <a:pt x="92" y="60"/>
                      <a:pt x="88" y="68"/>
                      <a:pt x="82" y="74"/>
                    </a:cubicBezTo>
                    <a:cubicBezTo>
                      <a:pt x="82" y="74"/>
                      <a:pt x="82" y="74"/>
                      <a:pt x="82" y="74"/>
                    </a:cubicBezTo>
                    <a:cubicBezTo>
                      <a:pt x="81" y="75"/>
                      <a:pt x="80" y="76"/>
                      <a:pt x="79" y="77"/>
                    </a:cubicBezTo>
                    <a:cubicBezTo>
                      <a:pt x="98" y="115"/>
                      <a:pt x="98" y="115"/>
                      <a:pt x="98" y="115"/>
                    </a:cubicBezTo>
                    <a:cubicBezTo>
                      <a:pt x="113" y="115"/>
                      <a:pt x="113" y="115"/>
                      <a:pt x="113" y="115"/>
                    </a:cubicBezTo>
                    <a:cubicBezTo>
                      <a:pt x="116" y="115"/>
                      <a:pt x="117" y="117"/>
                      <a:pt x="117" y="119"/>
                    </a:cubicBezTo>
                    <a:cubicBezTo>
                      <a:pt x="117" y="122"/>
                      <a:pt x="116" y="124"/>
                      <a:pt x="113" y="124"/>
                    </a:cubicBezTo>
                    <a:cubicBezTo>
                      <a:pt x="102" y="124"/>
                      <a:pt x="102" y="124"/>
                      <a:pt x="102" y="124"/>
                    </a:cubicBezTo>
                    <a:cubicBezTo>
                      <a:pt x="116" y="153"/>
                      <a:pt x="116" y="153"/>
                      <a:pt x="116" y="153"/>
                    </a:cubicBezTo>
                    <a:cubicBezTo>
                      <a:pt x="117" y="155"/>
                      <a:pt x="117" y="157"/>
                      <a:pt x="116" y="159"/>
                    </a:cubicBezTo>
                    <a:cubicBezTo>
                      <a:pt x="117" y="162"/>
                      <a:pt x="117" y="162"/>
                      <a:pt x="117" y="162"/>
                    </a:cubicBezTo>
                    <a:cubicBezTo>
                      <a:pt x="120" y="168"/>
                      <a:pt x="120" y="168"/>
                      <a:pt x="120" y="168"/>
                    </a:cubicBezTo>
                    <a:cubicBezTo>
                      <a:pt x="121" y="170"/>
                      <a:pt x="120" y="172"/>
                      <a:pt x="118" y="173"/>
                    </a:cubicBezTo>
                    <a:cubicBezTo>
                      <a:pt x="116" y="174"/>
                      <a:pt x="114" y="173"/>
                      <a:pt x="113" y="171"/>
                    </a:cubicBezTo>
                    <a:cubicBezTo>
                      <a:pt x="110" y="165"/>
                      <a:pt x="110" y="165"/>
                      <a:pt x="110" y="165"/>
                    </a:cubicBezTo>
                    <a:cubicBezTo>
                      <a:pt x="108" y="162"/>
                      <a:pt x="108" y="162"/>
                      <a:pt x="108" y="162"/>
                    </a:cubicBezTo>
                    <a:cubicBezTo>
                      <a:pt x="106" y="162"/>
                      <a:pt x="104" y="160"/>
                      <a:pt x="103" y="158"/>
                    </a:cubicBezTo>
                    <a:cubicBezTo>
                      <a:pt x="87" y="124"/>
                      <a:pt x="87" y="124"/>
                      <a:pt x="87" y="124"/>
                    </a:cubicBezTo>
                    <a:cubicBezTo>
                      <a:pt x="67" y="124"/>
                      <a:pt x="67" y="124"/>
                      <a:pt x="67" y="124"/>
                    </a:cubicBezTo>
                    <a:cubicBezTo>
                      <a:pt x="67" y="129"/>
                      <a:pt x="67" y="129"/>
                      <a:pt x="67" y="129"/>
                    </a:cubicBezTo>
                    <a:cubicBezTo>
                      <a:pt x="67" y="132"/>
                      <a:pt x="64" y="136"/>
                      <a:pt x="60" y="136"/>
                    </a:cubicBezTo>
                    <a:cubicBezTo>
                      <a:pt x="57" y="136"/>
                      <a:pt x="54" y="132"/>
                      <a:pt x="54" y="129"/>
                    </a:cubicBezTo>
                    <a:cubicBezTo>
                      <a:pt x="54" y="124"/>
                      <a:pt x="54" y="124"/>
                      <a:pt x="54" y="124"/>
                    </a:cubicBezTo>
                    <a:cubicBezTo>
                      <a:pt x="34" y="124"/>
                      <a:pt x="34" y="124"/>
                      <a:pt x="34" y="124"/>
                    </a:cubicBezTo>
                    <a:cubicBezTo>
                      <a:pt x="17" y="158"/>
                      <a:pt x="17" y="158"/>
                      <a:pt x="17" y="158"/>
                    </a:cubicBezTo>
                    <a:cubicBezTo>
                      <a:pt x="16" y="160"/>
                      <a:pt x="15" y="162"/>
                      <a:pt x="13" y="162"/>
                    </a:cubicBezTo>
                    <a:cubicBezTo>
                      <a:pt x="11" y="165"/>
                      <a:pt x="11" y="165"/>
                      <a:pt x="11" y="165"/>
                    </a:cubicBezTo>
                    <a:cubicBezTo>
                      <a:pt x="8" y="171"/>
                      <a:pt x="8" y="171"/>
                      <a:pt x="8" y="171"/>
                    </a:cubicBezTo>
                    <a:cubicBezTo>
                      <a:pt x="7" y="173"/>
                      <a:pt x="5" y="174"/>
                      <a:pt x="3" y="173"/>
                    </a:cubicBezTo>
                    <a:cubicBezTo>
                      <a:pt x="1" y="172"/>
                      <a:pt x="0" y="170"/>
                      <a:pt x="1" y="168"/>
                    </a:cubicBezTo>
                    <a:cubicBezTo>
                      <a:pt x="4" y="162"/>
                      <a:pt x="4" y="162"/>
                      <a:pt x="4" y="162"/>
                    </a:cubicBezTo>
                    <a:cubicBezTo>
                      <a:pt x="5" y="159"/>
                      <a:pt x="5" y="159"/>
                      <a:pt x="5" y="159"/>
                    </a:cubicBezTo>
                    <a:cubicBezTo>
                      <a:pt x="4" y="157"/>
                      <a:pt x="4" y="155"/>
                      <a:pt x="5" y="153"/>
                    </a:cubicBezTo>
                    <a:cubicBezTo>
                      <a:pt x="19" y="124"/>
                      <a:pt x="19" y="124"/>
                      <a:pt x="19" y="124"/>
                    </a:cubicBezTo>
                    <a:cubicBezTo>
                      <a:pt x="8" y="124"/>
                      <a:pt x="8" y="124"/>
                      <a:pt x="8" y="124"/>
                    </a:cubicBezTo>
                    <a:close/>
                    <a:moveTo>
                      <a:pt x="54" y="115"/>
                    </a:moveTo>
                    <a:cubicBezTo>
                      <a:pt x="54" y="115"/>
                      <a:pt x="54" y="115"/>
                      <a:pt x="54" y="115"/>
                    </a:cubicBezTo>
                    <a:cubicBezTo>
                      <a:pt x="54" y="110"/>
                      <a:pt x="54" y="110"/>
                      <a:pt x="54" y="110"/>
                    </a:cubicBezTo>
                    <a:cubicBezTo>
                      <a:pt x="54" y="107"/>
                      <a:pt x="57" y="103"/>
                      <a:pt x="60" y="103"/>
                    </a:cubicBezTo>
                    <a:cubicBezTo>
                      <a:pt x="64" y="103"/>
                      <a:pt x="67" y="107"/>
                      <a:pt x="67" y="110"/>
                    </a:cubicBezTo>
                    <a:cubicBezTo>
                      <a:pt x="67" y="115"/>
                      <a:pt x="67" y="115"/>
                      <a:pt x="67" y="115"/>
                    </a:cubicBezTo>
                    <a:cubicBezTo>
                      <a:pt x="83" y="115"/>
                      <a:pt x="83" y="115"/>
                      <a:pt x="83" y="115"/>
                    </a:cubicBezTo>
                    <a:cubicBezTo>
                      <a:pt x="67" y="82"/>
                      <a:pt x="67" y="82"/>
                      <a:pt x="67" y="82"/>
                    </a:cubicBezTo>
                    <a:cubicBezTo>
                      <a:pt x="63" y="83"/>
                      <a:pt x="58" y="83"/>
                      <a:pt x="54" y="82"/>
                    </a:cubicBezTo>
                    <a:cubicBezTo>
                      <a:pt x="38" y="115"/>
                      <a:pt x="38" y="115"/>
                      <a:pt x="38" y="115"/>
                    </a:cubicBezTo>
                    <a:cubicBezTo>
                      <a:pt x="54" y="115"/>
                      <a:pt x="54" y="115"/>
                      <a:pt x="54" y="115"/>
                    </a:cubicBezTo>
                    <a:close/>
                    <a:moveTo>
                      <a:pt x="73" y="39"/>
                    </a:moveTo>
                    <a:cubicBezTo>
                      <a:pt x="73" y="39"/>
                      <a:pt x="73" y="39"/>
                      <a:pt x="73" y="39"/>
                    </a:cubicBezTo>
                    <a:cubicBezTo>
                      <a:pt x="66" y="32"/>
                      <a:pt x="55" y="32"/>
                      <a:pt x="48" y="39"/>
                    </a:cubicBezTo>
                    <a:cubicBezTo>
                      <a:pt x="48" y="39"/>
                      <a:pt x="48" y="39"/>
                      <a:pt x="48" y="39"/>
                    </a:cubicBezTo>
                    <a:cubicBezTo>
                      <a:pt x="45" y="42"/>
                      <a:pt x="43" y="47"/>
                      <a:pt x="43" y="51"/>
                    </a:cubicBezTo>
                    <a:cubicBezTo>
                      <a:pt x="43" y="56"/>
                      <a:pt x="45" y="61"/>
                      <a:pt x="48" y="64"/>
                    </a:cubicBezTo>
                    <a:cubicBezTo>
                      <a:pt x="53" y="69"/>
                      <a:pt x="61" y="71"/>
                      <a:pt x="67" y="68"/>
                    </a:cubicBezTo>
                    <a:cubicBezTo>
                      <a:pt x="68" y="68"/>
                      <a:pt x="68" y="68"/>
                      <a:pt x="68" y="68"/>
                    </a:cubicBezTo>
                    <a:cubicBezTo>
                      <a:pt x="69" y="67"/>
                      <a:pt x="71" y="66"/>
                      <a:pt x="73" y="64"/>
                    </a:cubicBezTo>
                    <a:cubicBezTo>
                      <a:pt x="73" y="64"/>
                      <a:pt x="73" y="64"/>
                      <a:pt x="73" y="64"/>
                    </a:cubicBezTo>
                    <a:cubicBezTo>
                      <a:pt x="76" y="61"/>
                      <a:pt x="78" y="56"/>
                      <a:pt x="78" y="51"/>
                    </a:cubicBezTo>
                    <a:cubicBezTo>
                      <a:pt x="78" y="47"/>
                      <a:pt x="76" y="42"/>
                      <a:pt x="73" y="39"/>
                    </a:cubicBezTo>
                    <a:cubicBezTo>
                      <a:pt x="73" y="39"/>
                      <a:pt x="73" y="39"/>
                      <a:pt x="73" y="3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11">
                <a:extLst>
                  <a:ext uri="{FF2B5EF4-FFF2-40B4-BE49-F238E27FC236}">
                    <a16:creationId xmlns:a16="http://schemas.microsoft.com/office/drawing/2014/main" id="{3297DAD1-2DCC-3473-51E0-4F5E9C975E64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124293" y="3330822"/>
                <a:ext cx="150176" cy="190798"/>
              </a:xfrm>
              <a:custGeom>
                <a:avLst/>
                <a:gdLst>
                  <a:gd name="T0" fmla="*/ 104 w 139"/>
                  <a:gd name="T1" fmla="*/ 99 h 177"/>
                  <a:gd name="T2" fmla="*/ 91 w 139"/>
                  <a:gd name="T3" fmla="*/ 160 h 177"/>
                  <a:gd name="T4" fmla="*/ 133 w 139"/>
                  <a:gd name="T5" fmla="*/ 164 h 177"/>
                  <a:gd name="T6" fmla="*/ 133 w 139"/>
                  <a:gd name="T7" fmla="*/ 177 h 177"/>
                  <a:gd name="T8" fmla="*/ 0 w 139"/>
                  <a:gd name="T9" fmla="*/ 170 h 177"/>
                  <a:gd name="T10" fmla="*/ 51 w 139"/>
                  <a:gd name="T11" fmla="*/ 164 h 177"/>
                  <a:gd name="T12" fmla="*/ 81 w 139"/>
                  <a:gd name="T13" fmla="*/ 151 h 177"/>
                  <a:gd name="T14" fmla="*/ 10 w 139"/>
                  <a:gd name="T15" fmla="*/ 147 h 177"/>
                  <a:gd name="T16" fmla="*/ 10 w 139"/>
                  <a:gd name="T17" fmla="*/ 139 h 177"/>
                  <a:gd name="T18" fmla="*/ 94 w 139"/>
                  <a:gd name="T19" fmla="*/ 120 h 177"/>
                  <a:gd name="T20" fmla="*/ 84 w 139"/>
                  <a:gd name="T21" fmla="*/ 92 h 177"/>
                  <a:gd name="T22" fmla="*/ 69 w 139"/>
                  <a:gd name="T23" fmla="*/ 94 h 177"/>
                  <a:gd name="T24" fmla="*/ 53 w 139"/>
                  <a:gd name="T25" fmla="*/ 113 h 177"/>
                  <a:gd name="T26" fmla="*/ 46 w 139"/>
                  <a:gd name="T27" fmla="*/ 117 h 177"/>
                  <a:gd name="T28" fmla="*/ 24 w 139"/>
                  <a:gd name="T29" fmla="*/ 109 h 177"/>
                  <a:gd name="T30" fmla="*/ 26 w 139"/>
                  <a:gd name="T31" fmla="*/ 97 h 177"/>
                  <a:gd name="T32" fmla="*/ 21 w 139"/>
                  <a:gd name="T33" fmla="*/ 89 h 177"/>
                  <a:gd name="T34" fmla="*/ 63 w 139"/>
                  <a:gd name="T35" fmla="*/ 24 h 177"/>
                  <a:gd name="T36" fmla="*/ 67 w 139"/>
                  <a:gd name="T37" fmla="*/ 26 h 177"/>
                  <a:gd name="T38" fmla="*/ 69 w 139"/>
                  <a:gd name="T39" fmla="*/ 14 h 177"/>
                  <a:gd name="T40" fmla="*/ 76 w 139"/>
                  <a:gd name="T41" fmla="*/ 2 h 177"/>
                  <a:gd name="T42" fmla="*/ 109 w 139"/>
                  <a:gd name="T43" fmla="*/ 29 h 177"/>
                  <a:gd name="T44" fmla="*/ 96 w 139"/>
                  <a:gd name="T45" fmla="*/ 30 h 177"/>
                  <a:gd name="T46" fmla="*/ 94 w 139"/>
                  <a:gd name="T47" fmla="*/ 42 h 177"/>
                  <a:gd name="T48" fmla="*/ 87 w 139"/>
                  <a:gd name="T49" fmla="*/ 63 h 177"/>
                  <a:gd name="T50" fmla="*/ 92 w 139"/>
                  <a:gd name="T51" fmla="*/ 81 h 177"/>
                  <a:gd name="T52" fmla="*/ 89 w 139"/>
                  <a:gd name="T53" fmla="*/ 26 h 177"/>
                  <a:gd name="T54" fmla="*/ 74 w 139"/>
                  <a:gd name="T55" fmla="*/ 30 h 177"/>
                  <a:gd name="T56" fmla="*/ 89 w 139"/>
                  <a:gd name="T57" fmla="*/ 26 h 177"/>
                  <a:gd name="T58" fmla="*/ 80 w 139"/>
                  <a:gd name="T59" fmla="*/ 59 h 177"/>
                  <a:gd name="T60" fmla="*/ 62 w 139"/>
                  <a:gd name="T61" fmla="*/ 33 h 177"/>
                  <a:gd name="T62" fmla="*/ 54 w 139"/>
                  <a:gd name="T63" fmla="*/ 104 h 177"/>
                  <a:gd name="T64" fmla="*/ 56 w 139"/>
                  <a:gd name="T65" fmla="*/ 76 h 177"/>
                  <a:gd name="T66" fmla="*/ 62 w 139"/>
                  <a:gd name="T67" fmla="*/ 63 h 177"/>
                  <a:gd name="T68" fmla="*/ 82 w 139"/>
                  <a:gd name="T69" fmla="*/ 69 h 177"/>
                  <a:gd name="T70" fmla="*/ 67 w 139"/>
                  <a:gd name="T71" fmla="*/ 69 h 177"/>
                  <a:gd name="T72" fmla="*/ 67 w 139"/>
                  <a:gd name="T73" fmla="*/ 69 h 177"/>
                  <a:gd name="T74" fmla="*/ 75 w 139"/>
                  <a:gd name="T75" fmla="*/ 86 h 177"/>
                  <a:gd name="T76" fmla="*/ 82 w 139"/>
                  <a:gd name="T77" fmla="*/ 83 h 177"/>
                  <a:gd name="T78" fmla="*/ 82 w 139"/>
                  <a:gd name="T79" fmla="*/ 69 h 177"/>
                  <a:gd name="T80" fmla="*/ 33 w 139"/>
                  <a:gd name="T81" fmla="*/ 101 h 177"/>
                  <a:gd name="T82" fmla="*/ 31 w 139"/>
                  <a:gd name="T83" fmla="*/ 104 h 177"/>
                  <a:gd name="T84" fmla="*/ 42 w 139"/>
                  <a:gd name="T85" fmla="*/ 106 h 1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39" h="177">
                    <a:moveTo>
                      <a:pt x="92" y="81"/>
                    </a:moveTo>
                    <a:cubicBezTo>
                      <a:pt x="97" y="87"/>
                      <a:pt x="101" y="92"/>
                      <a:pt x="104" y="99"/>
                    </a:cubicBezTo>
                    <a:cubicBezTo>
                      <a:pt x="106" y="106"/>
                      <a:pt x="108" y="113"/>
                      <a:pt x="108" y="120"/>
                    </a:cubicBezTo>
                    <a:cubicBezTo>
                      <a:pt x="108" y="136"/>
                      <a:pt x="101" y="150"/>
                      <a:pt x="91" y="160"/>
                    </a:cubicBezTo>
                    <a:cubicBezTo>
                      <a:pt x="90" y="162"/>
                      <a:pt x="89" y="163"/>
                      <a:pt x="88" y="164"/>
                    </a:cubicBezTo>
                    <a:cubicBezTo>
                      <a:pt x="133" y="164"/>
                      <a:pt x="133" y="164"/>
                      <a:pt x="133" y="164"/>
                    </a:cubicBezTo>
                    <a:cubicBezTo>
                      <a:pt x="136" y="164"/>
                      <a:pt x="139" y="167"/>
                      <a:pt x="139" y="170"/>
                    </a:cubicBezTo>
                    <a:cubicBezTo>
                      <a:pt x="139" y="174"/>
                      <a:pt x="136" y="177"/>
                      <a:pt x="133" y="177"/>
                    </a:cubicBezTo>
                    <a:cubicBezTo>
                      <a:pt x="91" y="177"/>
                      <a:pt x="49" y="177"/>
                      <a:pt x="7" y="177"/>
                    </a:cubicBezTo>
                    <a:cubicBezTo>
                      <a:pt x="3" y="177"/>
                      <a:pt x="0" y="174"/>
                      <a:pt x="0" y="170"/>
                    </a:cubicBezTo>
                    <a:cubicBezTo>
                      <a:pt x="0" y="167"/>
                      <a:pt x="3" y="164"/>
                      <a:pt x="7" y="164"/>
                    </a:cubicBezTo>
                    <a:cubicBezTo>
                      <a:pt x="51" y="164"/>
                      <a:pt x="51" y="164"/>
                      <a:pt x="51" y="164"/>
                    </a:cubicBezTo>
                    <a:cubicBezTo>
                      <a:pt x="51" y="164"/>
                      <a:pt x="51" y="164"/>
                      <a:pt x="51" y="164"/>
                    </a:cubicBezTo>
                    <a:cubicBezTo>
                      <a:pt x="63" y="164"/>
                      <a:pt x="74" y="159"/>
                      <a:pt x="81" y="151"/>
                    </a:cubicBezTo>
                    <a:cubicBezTo>
                      <a:pt x="83" y="150"/>
                      <a:pt x="84" y="148"/>
                      <a:pt x="85" y="147"/>
                    </a:cubicBezTo>
                    <a:cubicBezTo>
                      <a:pt x="10" y="147"/>
                      <a:pt x="10" y="147"/>
                      <a:pt x="10" y="147"/>
                    </a:cubicBezTo>
                    <a:cubicBezTo>
                      <a:pt x="8" y="147"/>
                      <a:pt x="6" y="145"/>
                      <a:pt x="6" y="143"/>
                    </a:cubicBezTo>
                    <a:cubicBezTo>
                      <a:pt x="6" y="141"/>
                      <a:pt x="8" y="139"/>
                      <a:pt x="10" y="139"/>
                    </a:cubicBezTo>
                    <a:cubicBezTo>
                      <a:pt x="90" y="139"/>
                      <a:pt x="90" y="139"/>
                      <a:pt x="90" y="139"/>
                    </a:cubicBezTo>
                    <a:cubicBezTo>
                      <a:pt x="93" y="133"/>
                      <a:pt x="94" y="127"/>
                      <a:pt x="94" y="120"/>
                    </a:cubicBezTo>
                    <a:cubicBezTo>
                      <a:pt x="94" y="114"/>
                      <a:pt x="93" y="109"/>
                      <a:pt x="91" y="104"/>
                    </a:cubicBezTo>
                    <a:cubicBezTo>
                      <a:pt x="89" y="100"/>
                      <a:pt x="87" y="96"/>
                      <a:pt x="84" y="92"/>
                    </a:cubicBezTo>
                    <a:cubicBezTo>
                      <a:pt x="81" y="94"/>
                      <a:pt x="78" y="94"/>
                      <a:pt x="75" y="94"/>
                    </a:cubicBezTo>
                    <a:cubicBezTo>
                      <a:pt x="73" y="94"/>
                      <a:pt x="71" y="94"/>
                      <a:pt x="69" y="94"/>
                    </a:cubicBezTo>
                    <a:cubicBezTo>
                      <a:pt x="59" y="111"/>
                      <a:pt x="59" y="111"/>
                      <a:pt x="59" y="111"/>
                    </a:cubicBezTo>
                    <a:cubicBezTo>
                      <a:pt x="58" y="113"/>
                      <a:pt x="55" y="114"/>
                      <a:pt x="53" y="113"/>
                    </a:cubicBezTo>
                    <a:cubicBezTo>
                      <a:pt x="50" y="111"/>
                      <a:pt x="50" y="111"/>
                      <a:pt x="50" y="111"/>
                    </a:cubicBezTo>
                    <a:cubicBezTo>
                      <a:pt x="46" y="117"/>
                      <a:pt x="46" y="117"/>
                      <a:pt x="46" y="117"/>
                    </a:cubicBezTo>
                    <a:cubicBezTo>
                      <a:pt x="45" y="119"/>
                      <a:pt x="42" y="119"/>
                      <a:pt x="40" y="118"/>
                    </a:cubicBezTo>
                    <a:cubicBezTo>
                      <a:pt x="24" y="109"/>
                      <a:pt x="24" y="109"/>
                      <a:pt x="24" y="109"/>
                    </a:cubicBezTo>
                    <a:cubicBezTo>
                      <a:pt x="22" y="108"/>
                      <a:pt x="21" y="105"/>
                      <a:pt x="22" y="103"/>
                    </a:cubicBezTo>
                    <a:cubicBezTo>
                      <a:pt x="26" y="97"/>
                      <a:pt x="26" y="97"/>
                      <a:pt x="26" y="97"/>
                    </a:cubicBezTo>
                    <a:cubicBezTo>
                      <a:pt x="22" y="95"/>
                      <a:pt x="22" y="95"/>
                      <a:pt x="22" y="95"/>
                    </a:cubicBezTo>
                    <a:cubicBezTo>
                      <a:pt x="20" y="94"/>
                      <a:pt x="20" y="91"/>
                      <a:pt x="21" y="89"/>
                    </a:cubicBezTo>
                    <a:cubicBezTo>
                      <a:pt x="57" y="26"/>
                      <a:pt x="57" y="26"/>
                      <a:pt x="57" y="26"/>
                    </a:cubicBezTo>
                    <a:cubicBezTo>
                      <a:pt x="58" y="24"/>
                      <a:pt x="61" y="23"/>
                      <a:pt x="63" y="24"/>
                    </a:cubicBezTo>
                    <a:cubicBezTo>
                      <a:pt x="63" y="24"/>
                      <a:pt x="63" y="24"/>
                      <a:pt x="63" y="24"/>
                    </a:cubicBezTo>
                    <a:cubicBezTo>
                      <a:pt x="67" y="26"/>
                      <a:pt x="67" y="26"/>
                      <a:pt x="67" y="26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69" y="14"/>
                      <a:pt x="69" y="14"/>
                      <a:pt x="69" y="14"/>
                    </a:cubicBezTo>
                    <a:cubicBezTo>
                      <a:pt x="66" y="12"/>
                      <a:pt x="65" y="8"/>
                      <a:pt x="66" y="5"/>
                    </a:cubicBezTo>
                    <a:cubicBezTo>
                      <a:pt x="68" y="1"/>
                      <a:pt x="72" y="0"/>
                      <a:pt x="76" y="2"/>
                    </a:cubicBezTo>
                    <a:cubicBezTo>
                      <a:pt x="86" y="8"/>
                      <a:pt x="96" y="14"/>
                      <a:pt x="107" y="20"/>
                    </a:cubicBezTo>
                    <a:cubicBezTo>
                      <a:pt x="110" y="22"/>
                      <a:pt x="111" y="26"/>
                      <a:pt x="109" y="29"/>
                    </a:cubicBezTo>
                    <a:cubicBezTo>
                      <a:pt x="107" y="33"/>
                      <a:pt x="103" y="34"/>
                      <a:pt x="100" y="32"/>
                    </a:cubicBezTo>
                    <a:cubicBezTo>
                      <a:pt x="96" y="30"/>
                      <a:pt x="96" y="30"/>
                      <a:pt x="96" y="30"/>
                    </a:cubicBezTo>
                    <a:cubicBezTo>
                      <a:pt x="90" y="40"/>
                      <a:pt x="90" y="40"/>
                      <a:pt x="90" y="40"/>
                    </a:cubicBezTo>
                    <a:cubicBezTo>
                      <a:pt x="94" y="42"/>
                      <a:pt x="94" y="42"/>
                      <a:pt x="94" y="42"/>
                    </a:cubicBezTo>
                    <a:cubicBezTo>
                      <a:pt x="96" y="43"/>
                      <a:pt x="97" y="46"/>
                      <a:pt x="96" y="48"/>
                    </a:cubicBezTo>
                    <a:cubicBezTo>
                      <a:pt x="87" y="63"/>
                      <a:pt x="87" y="63"/>
                      <a:pt x="87" y="63"/>
                    </a:cubicBezTo>
                    <a:cubicBezTo>
                      <a:pt x="91" y="66"/>
                      <a:pt x="93" y="71"/>
                      <a:pt x="93" y="76"/>
                    </a:cubicBezTo>
                    <a:cubicBezTo>
                      <a:pt x="93" y="78"/>
                      <a:pt x="93" y="80"/>
                      <a:pt x="92" y="81"/>
                    </a:cubicBezTo>
                    <a:close/>
                    <a:moveTo>
                      <a:pt x="89" y="26"/>
                    </a:moveTo>
                    <a:cubicBezTo>
                      <a:pt x="89" y="26"/>
                      <a:pt x="89" y="26"/>
                      <a:pt x="89" y="26"/>
                    </a:cubicBezTo>
                    <a:cubicBezTo>
                      <a:pt x="86" y="24"/>
                      <a:pt x="83" y="22"/>
                      <a:pt x="80" y="20"/>
                    </a:cubicBezTo>
                    <a:cubicBezTo>
                      <a:pt x="74" y="30"/>
                      <a:pt x="74" y="30"/>
                      <a:pt x="74" y="30"/>
                    </a:cubicBezTo>
                    <a:cubicBezTo>
                      <a:pt x="83" y="36"/>
                      <a:pt x="83" y="36"/>
                      <a:pt x="83" y="36"/>
                    </a:cubicBezTo>
                    <a:cubicBezTo>
                      <a:pt x="89" y="26"/>
                      <a:pt x="89" y="26"/>
                      <a:pt x="89" y="26"/>
                    </a:cubicBezTo>
                    <a:close/>
                    <a:moveTo>
                      <a:pt x="80" y="59"/>
                    </a:moveTo>
                    <a:cubicBezTo>
                      <a:pt x="80" y="59"/>
                      <a:pt x="80" y="59"/>
                      <a:pt x="80" y="59"/>
                    </a:cubicBezTo>
                    <a:cubicBezTo>
                      <a:pt x="87" y="47"/>
                      <a:pt x="87" y="47"/>
                      <a:pt x="87" y="47"/>
                    </a:cubicBezTo>
                    <a:cubicBezTo>
                      <a:pt x="78" y="43"/>
                      <a:pt x="70" y="38"/>
                      <a:pt x="62" y="33"/>
                    </a:cubicBezTo>
                    <a:cubicBezTo>
                      <a:pt x="30" y="90"/>
                      <a:pt x="30" y="90"/>
                      <a:pt x="30" y="90"/>
                    </a:cubicBezTo>
                    <a:cubicBezTo>
                      <a:pt x="38" y="94"/>
                      <a:pt x="46" y="99"/>
                      <a:pt x="54" y="104"/>
                    </a:cubicBezTo>
                    <a:cubicBezTo>
                      <a:pt x="62" y="90"/>
                      <a:pt x="62" y="90"/>
                      <a:pt x="62" y="90"/>
                    </a:cubicBezTo>
                    <a:cubicBezTo>
                      <a:pt x="58" y="86"/>
                      <a:pt x="56" y="81"/>
                      <a:pt x="56" y="76"/>
                    </a:cubicBezTo>
                    <a:cubicBezTo>
                      <a:pt x="56" y="71"/>
                      <a:pt x="58" y="66"/>
                      <a:pt x="62" y="63"/>
                    </a:cubicBezTo>
                    <a:cubicBezTo>
                      <a:pt x="62" y="63"/>
                      <a:pt x="62" y="63"/>
                      <a:pt x="62" y="63"/>
                    </a:cubicBezTo>
                    <a:cubicBezTo>
                      <a:pt x="67" y="58"/>
                      <a:pt x="73" y="57"/>
                      <a:pt x="80" y="59"/>
                    </a:cubicBezTo>
                    <a:close/>
                    <a:moveTo>
                      <a:pt x="82" y="69"/>
                    </a:moveTo>
                    <a:cubicBezTo>
                      <a:pt x="82" y="69"/>
                      <a:pt x="82" y="69"/>
                      <a:pt x="82" y="69"/>
                    </a:cubicBezTo>
                    <a:cubicBezTo>
                      <a:pt x="78" y="65"/>
                      <a:pt x="71" y="65"/>
                      <a:pt x="67" y="69"/>
                    </a:cubicBezTo>
                    <a:cubicBezTo>
                      <a:pt x="67" y="69"/>
                      <a:pt x="67" y="69"/>
                      <a:pt x="67" y="69"/>
                    </a:cubicBezTo>
                    <a:cubicBezTo>
                      <a:pt x="67" y="69"/>
                      <a:pt x="67" y="69"/>
                      <a:pt x="67" y="69"/>
                    </a:cubicBezTo>
                    <a:cubicBezTo>
                      <a:pt x="65" y="71"/>
                      <a:pt x="64" y="73"/>
                      <a:pt x="64" y="76"/>
                    </a:cubicBezTo>
                    <a:cubicBezTo>
                      <a:pt x="64" y="82"/>
                      <a:pt x="69" y="86"/>
                      <a:pt x="75" y="86"/>
                    </a:cubicBezTo>
                    <a:cubicBezTo>
                      <a:pt x="77" y="86"/>
                      <a:pt x="80" y="85"/>
                      <a:pt x="82" y="83"/>
                    </a:cubicBezTo>
                    <a:cubicBezTo>
                      <a:pt x="82" y="83"/>
                      <a:pt x="82" y="83"/>
                      <a:pt x="82" y="83"/>
                    </a:cubicBezTo>
                    <a:cubicBezTo>
                      <a:pt x="84" y="81"/>
                      <a:pt x="85" y="79"/>
                      <a:pt x="85" y="76"/>
                    </a:cubicBezTo>
                    <a:cubicBezTo>
                      <a:pt x="85" y="73"/>
                      <a:pt x="84" y="71"/>
                      <a:pt x="82" y="69"/>
                    </a:cubicBezTo>
                    <a:cubicBezTo>
                      <a:pt x="82" y="69"/>
                      <a:pt x="82" y="69"/>
                      <a:pt x="82" y="69"/>
                    </a:cubicBezTo>
                    <a:close/>
                    <a:moveTo>
                      <a:pt x="33" y="101"/>
                    </a:moveTo>
                    <a:cubicBezTo>
                      <a:pt x="33" y="101"/>
                      <a:pt x="33" y="101"/>
                      <a:pt x="33" y="101"/>
                    </a:cubicBezTo>
                    <a:cubicBezTo>
                      <a:pt x="31" y="104"/>
                      <a:pt x="31" y="104"/>
                      <a:pt x="31" y="104"/>
                    </a:cubicBezTo>
                    <a:cubicBezTo>
                      <a:pt x="41" y="109"/>
                      <a:pt x="41" y="109"/>
                      <a:pt x="41" y="109"/>
                    </a:cubicBezTo>
                    <a:cubicBezTo>
                      <a:pt x="42" y="106"/>
                      <a:pt x="42" y="106"/>
                      <a:pt x="42" y="106"/>
                    </a:cubicBezTo>
                    <a:cubicBezTo>
                      <a:pt x="33" y="101"/>
                      <a:pt x="33" y="101"/>
                      <a:pt x="33" y="10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" name="Freeform 9">
                <a:extLst>
                  <a:ext uri="{FF2B5EF4-FFF2-40B4-BE49-F238E27FC236}">
                    <a16:creationId xmlns:a16="http://schemas.microsoft.com/office/drawing/2014/main" id="{181C1175-B172-2F67-8582-B041E39004DF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83442" y="3953472"/>
                <a:ext cx="231878" cy="151086"/>
              </a:xfrm>
              <a:custGeom>
                <a:avLst/>
                <a:gdLst>
                  <a:gd name="T0" fmla="*/ 58 w 215"/>
                  <a:gd name="T1" fmla="*/ 83 h 140"/>
                  <a:gd name="T2" fmla="*/ 58 w 215"/>
                  <a:gd name="T3" fmla="*/ 91 h 140"/>
                  <a:gd name="T4" fmla="*/ 161 w 215"/>
                  <a:gd name="T5" fmla="*/ 87 h 140"/>
                  <a:gd name="T6" fmla="*/ 58 w 215"/>
                  <a:gd name="T7" fmla="*/ 73 h 140"/>
                  <a:gd name="T8" fmla="*/ 98 w 215"/>
                  <a:gd name="T9" fmla="*/ 73 h 140"/>
                  <a:gd name="T10" fmla="*/ 102 w 215"/>
                  <a:gd name="T11" fmla="*/ 34 h 140"/>
                  <a:gd name="T12" fmla="*/ 58 w 215"/>
                  <a:gd name="T13" fmla="*/ 30 h 140"/>
                  <a:gd name="T14" fmla="*/ 54 w 215"/>
                  <a:gd name="T15" fmla="*/ 69 h 140"/>
                  <a:gd name="T16" fmla="*/ 63 w 215"/>
                  <a:gd name="T17" fmla="*/ 38 h 140"/>
                  <a:gd name="T18" fmla="*/ 94 w 215"/>
                  <a:gd name="T19" fmla="*/ 38 h 140"/>
                  <a:gd name="T20" fmla="*/ 63 w 215"/>
                  <a:gd name="T21" fmla="*/ 65 h 140"/>
                  <a:gd name="T22" fmla="*/ 27 w 215"/>
                  <a:gd name="T23" fmla="*/ 121 h 140"/>
                  <a:gd name="T24" fmla="*/ 189 w 215"/>
                  <a:gd name="T25" fmla="*/ 121 h 140"/>
                  <a:gd name="T26" fmla="*/ 196 w 215"/>
                  <a:gd name="T27" fmla="*/ 7 h 140"/>
                  <a:gd name="T28" fmla="*/ 27 w 215"/>
                  <a:gd name="T29" fmla="*/ 0 h 140"/>
                  <a:gd name="T30" fmla="*/ 20 w 215"/>
                  <a:gd name="T31" fmla="*/ 114 h 140"/>
                  <a:gd name="T32" fmla="*/ 33 w 215"/>
                  <a:gd name="T33" fmla="*/ 13 h 140"/>
                  <a:gd name="T34" fmla="*/ 182 w 215"/>
                  <a:gd name="T35" fmla="*/ 13 h 140"/>
                  <a:gd name="T36" fmla="*/ 33 w 215"/>
                  <a:gd name="T37" fmla="*/ 107 h 140"/>
                  <a:gd name="T38" fmla="*/ 157 w 215"/>
                  <a:gd name="T39" fmla="*/ 48 h 140"/>
                  <a:gd name="T40" fmla="*/ 111 w 215"/>
                  <a:gd name="T41" fmla="*/ 48 h 140"/>
                  <a:gd name="T42" fmla="*/ 111 w 215"/>
                  <a:gd name="T43" fmla="*/ 56 h 140"/>
                  <a:gd name="T44" fmla="*/ 161 w 215"/>
                  <a:gd name="T45" fmla="*/ 52 h 140"/>
                  <a:gd name="T46" fmla="*/ 157 w 215"/>
                  <a:gd name="T47" fmla="*/ 65 h 140"/>
                  <a:gd name="T48" fmla="*/ 111 w 215"/>
                  <a:gd name="T49" fmla="*/ 65 h 140"/>
                  <a:gd name="T50" fmla="*/ 111 w 215"/>
                  <a:gd name="T51" fmla="*/ 73 h 140"/>
                  <a:gd name="T52" fmla="*/ 161 w 215"/>
                  <a:gd name="T53" fmla="*/ 69 h 140"/>
                  <a:gd name="T54" fmla="*/ 157 w 215"/>
                  <a:gd name="T55" fmla="*/ 30 h 140"/>
                  <a:gd name="T56" fmla="*/ 111 w 215"/>
                  <a:gd name="T57" fmla="*/ 30 h 140"/>
                  <a:gd name="T58" fmla="*/ 111 w 215"/>
                  <a:gd name="T59" fmla="*/ 38 h 140"/>
                  <a:gd name="T60" fmla="*/ 161 w 215"/>
                  <a:gd name="T61" fmla="*/ 34 h 140"/>
                  <a:gd name="T62" fmla="*/ 209 w 215"/>
                  <a:gd name="T63" fmla="*/ 127 h 140"/>
                  <a:gd name="T64" fmla="*/ 7 w 215"/>
                  <a:gd name="T65" fmla="*/ 127 h 140"/>
                  <a:gd name="T66" fmla="*/ 7 w 215"/>
                  <a:gd name="T67" fmla="*/ 140 h 140"/>
                  <a:gd name="T68" fmla="*/ 215 w 215"/>
                  <a:gd name="T69" fmla="*/ 134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15" h="140">
                    <a:moveTo>
                      <a:pt x="157" y="83"/>
                    </a:moveTo>
                    <a:cubicBezTo>
                      <a:pt x="58" y="83"/>
                      <a:pt x="58" y="83"/>
                      <a:pt x="58" y="83"/>
                    </a:cubicBezTo>
                    <a:cubicBezTo>
                      <a:pt x="56" y="83"/>
                      <a:pt x="54" y="84"/>
                      <a:pt x="54" y="87"/>
                    </a:cubicBezTo>
                    <a:cubicBezTo>
                      <a:pt x="54" y="89"/>
                      <a:pt x="56" y="91"/>
                      <a:pt x="58" y="91"/>
                    </a:cubicBezTo>
                    <a:cubicBezTo>
                      <a:pt x="157" y="91"/>
                      <a:pt x="157" y="91"/>
                      <a:pt x="157" y="91"/>
                    </a:cubicBezTo>
                    <a:cubicBezTo>
                      <a:pt x="159" y="91"/>
                      <a:pt x="161" y="89"/>
                      <a:pt x="161" y="87"/>
                    </a:cubicBezTo>
                    <a:cubicBezTo>
                      <a:pt x="161" y="84"/>
                      <a:pt x="159" y="83"/>
                      <a:pt x="157" y="83"/>
                    </a:cubicBezTo>
                    <a:close/>
                    <a:moveTo>
                      <a:pt x="58" y="73"/>
                    </a:moveTo>
                    <a:cubicBezTo>
                      <a:pt x="58" y="73"/>
                      <a:pt x="58" y="73"/>
                      <a:pt x="58" y="73"/>
                    </a:cubicBezTo>
                    <a:cubicBezTo>
                      <a:pt x="98" y="73"/>
                      <a:pt x="98" y="73"/>
                      <a:pt x="98" y="73"/>
                    </a:cubicBezTo>
                    <a:cubicBezTo>
                      <a:pt x="100" y="73"/>
                      <a:pt x="102" y="71"/>
                      <a:pt x="102" y="69"/>
                    </a:cubicBezTo>
                    <a:cubicBezTo>
                      <a:pt x="102" y="34"/>
                      <a:pt x="102" y="34"/>
                      <a:pt x="102" y="34"/>
                    </a:cubicBezTo>
                    <a:cubicBezTo>
                      <a:pt x="102" y="32"/>
                      <a:pt x="100" y="30"/>
                      <a:pt x="98" y="30"/>
                    </a:cubicBezTo>
                    <a:cubicBezTo>
                      <a:pt x="58" y="30"/>
                      <a:pt x="58" y="30"/>
                      <a:pt x="58" y="30"/>
                    </a:cubicBezTo>
                    <a:cubicBezTo>
                      <a:pt x="56" y="30"/>
                      <a:pt x="54" y="32"/>
                      <a:pt x="54" y="34"/>
                    </a:cubicBezTo>
                    <a:cubicBezTo>
                      <a:pt x="54" y="69"/>
                      <a:pt x="54" y="69"/>
                      <a:pt x="54" y="69"/>
                    </a:cubicBezTo>
                    <a:cubicBezTo>
                      <a:pt x="54" y="71"/>
                      <a:pt x="56" y="73"/>
                      <a:pt x="58" y="73"/>
                    </a:cubicBezTo>
                    <a:close/>
                    <a:moveTo>
                      <a:pt x="63" y="38"/>
                    </a:moveTo>
                    <a:cubicBezTo>
                      <a:pt x="63" y="38"/>
                      <a:pt x="63" y="38"/>
                      <a:pt x="63" y="38"/>
                    </a:cubicBezTo>
                    <a:cubicBezTo>
                      <a:pt x="94" y="38"/>
                      <a:pt x="94" y="38"/>
                      <a:pt x="94" y="38"/>
                    </a:cubicBezTo>
                    <a:cubicBezTo>
                      <a:pt x="94" y="65"/>
                      <a:pt x="94" y="65"/>
                      <a:pt x="94" y="65"/>
                    </a:cubicBezTo>
                    <a:cubicBezTo>
                      <a:pt x="63" y="65"/>
                      <a:pt x="63" y="65"/>
                      <a:pt x="63" y="65"/>
                    </a:cubicBezTo>
                    <a:cubicBezTo>
                      <a:pt x="63" y="38"/>
                      <a:pt x="63" y="38"/>
                      <a:pt x="63" y="38"/>
                    </a:cubicBezTo>
                    <a:close/>
                    <a:moveTo>
                      <a:pt x="27" y="121"/>
                    </a:moveTo>
                    <a:cubicBezTo>
                      <a:pt x="27" y="121"/>
                      <a:pt x="27" y="121"/>
                      <a:pt x="27" y="121"/>
                    </a:cubicBezTo>
                    <a:cubicBezTo>
                      <a:pt x="189" y="121"/>
                      <a:pt x="189" y="121"/>
                      <a:pt x="189" y="121"/>
                    </a:cubicBezTo>
                    <a:cubicBezTo>
                      <a:pt x="193" y="121"/>
                      <a:pt x="196" y="118"/>
                      <a:pt x="196" y="114"/>
                    </a:cubicBezTo>
                    <a:cubicBezTo>
                      <a:pt x="196" y="7"/>
                      <a:pt x="196" y="7"/>
                      <a:pt x="196" y="7"/>
                    </a:cubicBezTo>
                    <a:cubicBezTo>
                      <a:pt x="196" y="3"/>
                      <a:pt x="193" y="0"/>
                      <a:pt x="189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3" y="0"/>
                      <a:pt x="20" y="3"/>
                      <a:pt x="20" y="7"/>
                    </a:cubicBezTo>
                    <a:cubicBezTo>
                      <a:pt x="20" y="114"/>
                      <a:pt x="20" y="114"/>
                      <a:pt x="20" y="114"/>
                    </a:cubicBezTo>
                    <a:cubicBezTo>
                      <a:pt x="20" y="118"/>
                      <a:pt x="23" y="121"/>
                      <a:pt x="27" y="121"/>
                    </a:cubicBezTo>
                    <a:close/>
                    <a:moveTo>
                      <a:pt x="33" y="13"/>
                    </a:moveTo>
                    <a:cubicBezTo>
                      <a:pt x="33" y="13"/>
                      <a:pt x="33" y="13"/>
                      <a:pt x="33" y="13"/>
                    </a:cubicBezTo>
                    <a:cubicBezTo>
                      <a:pt x="182" y="13"/>
                      <a:pt x="182" y="13"/>
                      <a:pt x="182" y="13"/>
                    </a:cubicBezTo>
                    <a:cubicBezTo>
                      <a:pt x="182" y="107"/>
                      <a:pt x="182" y="107"/>
                      <a:pt x="182" y="107"/>
                    </a:cubicBezTo>
                    <a:cubicBezTo>
                      <a:pt x="33" y="107"/>
                      <a:pt x="33" y="107"/>
                      <a:pt x="33" y="107"/>
                    </a:cubicBezTo>
                    <a:cubicBezTo>
                      <a:pt x="33" y="13"/>
                      <a:pt x="33" y="13"/>
                      <a:pt x="33" y="13"/>
                    </a:cubicBezTo>
                    <a:close/>
                    <a:moveTo>
                      <a:pt x="157" y="48"/>
                    </a:moveTo>
                    <a:cubicBezTo>
                      <a:pt x="157" y="48"/>
                      <a:pt x="157" y="48"/>
                      <a:pt x="157" y="48"/>
                    </a:cubicBezTo>
                    <a:cubicBezTo>
                      <a:pt x="111" y="48"/>
                      <a:pt x="111" y="48"/>
                      <a:pt x="111" y="48"/>
                    </a:cubicBezTo>
                    <a:cubicBezTo>
                      <a:pt x="108" y="48"/>
                      <a:pt x="107" y="49"/>
                      <a:pt x="107" y="52"/>
                    </a:cubicBezTo>
                    <a:cubicBezTo>
                      <a:pt x="107" y="54"/>
                      <a:pt x="108" y="56"/>
                      <a:pt x="111" y="56"/>
                    </a:cubicBezTo>
                    <a:cubicBezTo>
                      <a:pt x="157" y="56"/>
                      <a:pt x="157" y="56"/>
                      <a:pt x="157" y="56"/>
                    </a:cubicBezTo>
                    <a:cubicBezTo>
                      <a:pt x="159" y="56"/>
                      <a:pt x="161" y="54"/>
                      <a:pt x="161" y="52"/>
                    </a:cubicBezTo>
                    <a:cubicBezTo>
                      <a:pt x="161" y="49"/>
                      <a:pt x="159" y="48"/>
                      <a:pt x="157" y="48"/>
                    </a:cubicBezTo>
                    <a:close/>
                    <a:moveTo>
                      <a:pt x="157" y="65"/>
                    </a:moveTo>
                    <a:cubicBezTo>
                      <a:pt x="157" y="65"/>
                      <a:pt x="157" y="65"/>
                      <a:pt x="157" y="65"/>
                    </a:cubicBezTo>
                    <a:cubicBezTo>
                      <a:pt x="111" y="65"/>
                      <a:pt x="111" y="65"/>
                      <a:pt x="111" y="65"/>
                    </a:cubicBezTo>
                    <a:cubicBezTo>
                      <a:pt x="108" y="65"/>
                      <a:pt x="107" y="67"/>
                      <a:pt x="107" y="69"/>
                    </a:cubicBezTo>
                    <a:cubicBezTo>
                      <a:pt x="107" y="71"/>
                      <a:pt x="108" y="73"/>
                      <a:pt x="111" y="73"/>
                    </a:cubicBezTo>
                    <a:cubicBezTo>
                      <a:pt x="157" y="73"/>
                      <a:pt x="157" y="73"/>
                      <a:pt x="157" y="73"/>
                    </a:cubicBezTo>
                    <a:cubicBezTo>
                      <a:pt x="159" y="73"/>
                      <a:pt x="161" y="71"/>
                      <a:pt x="161" y="69"/>
                    </a:cubicBezTo>
                    <a:cubicBezTo>
                      <a:pt x="161" y="67"/>
                      <a:pt x="159" y="65"/>
                      <a:pt x="157" y="65"/>
                    </a:cubicBezTo>
                    <a:close/>
                    <a:moveTo>
                      <a:pt x="157" y="30"/>
                    </a:moveTo>
                    <a:cubicBezTo>
                      <a:pt x="157" y="30"/>
                      <a:pt x="157" y="30"/>
                      <a:pt x="157" y="30"/>
                    </a:cubicBezTo>
                    <a:cubicBezTo>
                      <a:pt x="111" y="30"/>
                      <a:pt x="111" y="30"/>
                      <a:pt x="111" y="30"/>
                    </a:cubicBezTo>
                    <a:cubicBezTo>
                      <a:pt x="108" y="30"/>
                      <a:pt x="107" y="32"/>
                      <a:pt x="107" y="34"/>
                    </a:cubicBezTo>
                    <a:cubicBezTo>
                      <a:pt x="107" y="37"/>
                      <a:pt x="108" y="38"/>
                      <a:pt x="111" y="38"/>
                    </a:cubicBezTo>
                    <a:cubicBezTo>
                      <a:pt x="157" y="38"/>
                      <a:pt x="157" y="38"/>
                      <a:pt x="157" y="38"/>
                    </a:cubicBezTo>
                    <a:cubicBezTo>
                      <a:pt x="159" y="38"/>
                      <a:pt x="161" y="37"/>
                      <a:pt x="161" y="34"/>
                    </a:cubicBezTo>
                    <a:cubicBezTo>
                      <a:pt x="161" y="32"/>
                      <a:pt x="159" y="30"/>
                      <a:pt x="157" y="30"/>
                    </a:cubicBezTo>
                    <a:close/>
                    <a:moveTo>
                      <a:pt x="209" y="127"/>
                    </a:moveTo>
                    <a:cubicBezTo>
                      <a:pt x="209" y="127"/>
                      <a:pt x="209" y="127"/>
                      <a:pt x="209" y="127"/>
                    </a:cubicBezTo>
                    <a:cubicBezTo>
                      <a:pt x="7" y="127"/>
                      <a:pt x="7" y="127"/>
                      <a:pt x="7" y="127"/>
                    </a:cubicBezTo>
                    <a:cubicBezTo>
                      <a:pt x="3" y="127"/>
                      <a:pt x="0" y="130"/>
                      <a:pt x="0" y="134"/>
                    </a:cubicBezTo>
                    <a:cubicBezTo>
                      <a:pt x="0" y="137"/>
                      <a:pt x="3" y="140"/>
                      <a:pt x="7" y="140"/>
                    </a:cubicBezTo>
                    <a:cubicBezTo>
                      <a:pt x="209" y="140"/>
                      <a:pt x="209" y="140"/>
                      <a:pt x="209" y="140"/>
                    </a:cubicBezTo>
                    <a:cubicBezTo>
                      <a:pt x="212" y="140"/>
                      <a:pt x="215" y="137"/>
                      <a:pt x="215" y="134"/>
                    </a:cubicBezTo>
                    <a:cubicBezTo>
                      <a:pt x="215" y="130"/>
                      <a:pt x="212" y="127"/>
                      <a:pt x="209" y="12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Freeform 80">
                <a:extLst>
                  <a:ext uri="{FF2B5EF4-FFF2-40B4-BE49-F238E27FC236}">
                    <a16:creationId xmlns:a16="http://schemas.microsoft.com/office/drawing/2014/main" id="{5BAB9CAD-556C-DBE3-11AB-B524C0089F4F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 flipH="1">
                <a:off x="101600" y="4557823"/>
                <a:ext cx="191135" cy="159385"/>
              </a:xfrm>
              <a:custGeom>
                <a:avLst/>
                <a:gdLst>
                  <a:gd name="T0" fmla="*/ 6 w 147"/>
                  <a:gd name="T1" fmla="*/ 0 h 122"/>
                  <a:gd name="T2" fmla="*/ 6 w 147"/>
                  <a:gd name="T3" fmla="*/ 0 h 122"/>
                  <a:gd name="T4" fmla="*/ 141 w 147"/>
                  <a:gd name="T5" fmla="*/ 0 h 122"/>
                  <a:gd name="T6" fmla="*/ 147 w 147"/>
                  <a:gd name="T7" fmla="*/ 5 h 122"/>
                  <a:gd name="T8" fmla="*/ 147 w 147"/>
                  <a:gd name="T9" fmla="*/ 5 h 122"/>
                  <a:gd name="T10" fmla="*/ 147 w 147"/>
                  <a:gd name="T11" fmla="*/ 103 h 122"/>
                  <a:gd name="T12" fmla="*/ 141 w 147"/>
                  <a:gd name="T13" fmla="*/ 108 h 122"/>
                  <a:gd name="T14" fmla="*/ 141 w 147"/>
                  <a:gd name="T15" fmla="*/ 108 h 122"/>
                  <a:gd name="T16" fmla="*/ 79 w 147"/>
                  <a:gd name="T17" fmla="*/ 108 h 122"/>
                  <a:gd name="T18" fmla="*/ 79 w 147"/>
                  <a:gd name="T19" fmla="*/ 115 h 122"/>
                  <a:gd name="T20" fmla="*/ 79 w 147"/>
                  <a:gd name="T21" fmla="*/ 115 h 122"/>
                  <a:gd name="T22" fmla="*/ 110 w 147"/>
                  <a:gd name="T23" fmla="*/ 115 h 122"/>
                  <a:gd name="T24" fmla="*/ 114 w 147"/>
                  <a:gd name="T25" fmla="*/ 119 h 122"/>
                  <a:gd name="T26" fmla="*/ 110 w 147"/>
                  <a:gd name="T27" fmla="*/ 122 h 122"/>
                  <a:gd name="T28" fmla="*/ 36 w 147"/>
                  <a:gd name="T29" fmla="*/ 122 h 122"/>
                  <a:gd name="T30" fmla="*/ 33 w 147"/>
                  <a:gd name="T31" fmla="*/ 119 h 122"/>
                  <a:gd name="T32" fmla="*/ 36 w 147"/>
                  <a:gd name="T33" fmla="*/ 115 h 122"/>
                  <a:gd name="T34" fmla="*/ 68 w 147"/>
                  <a:gd name="T35" fmla="*/ 115 h 122"/>
                  <a:gd name="T36" fmla="*/ 68 w 147"/>
                  <a:gd name="T37" fmla="*/ 115 h 122"/>
                  <a:gd name="T38" fmla="*/ 68 w 147"/>
                  <a:gd name="T39" fmla="*/ 108 h 122"/>
                  <a:gd name="T40" fmla="*/ 6 w 147"/>
                  <a:gd name="T41" fmla="*/ 108 h 122"/>
                  <a:gd name="T42" fmla="*/ 0 w 147"/>
                  <a:gd name="T43" fmla="*/ 103 h 122"/>
                  <a:gd name="T44" fmla="*/ 0 w 147"/>
                  <a:gd name="T45" fmla="*/ 103 h 122"/>
                  <a:gd name="T46" fmla="*/ 0 w 147"/>
                  <a:gd name="T47" fmla="*/ 5 h 122"/>
                  <a:gd name="T48" fmla="*/ 6 w 147"/>
                  <a:gd name="T49" fmla="*/ 0 h 122"/>
                  <a:gd name="T50" fmla="*/ 125 w 147"/>
                  <a:gd name="T51" fmla="*/ 81 h 122"/>
                  <a:gd name="T52" fmla="*/ 125 w 147"/>
                  <a:gd name="T53" fmla="*/ 81 h 122"/>
                  <a:gd name="T54" fmla="*/ 131 w 147"/>
                  <a:gd name="T55" fmla="*/ 87 h 122"/>
                  <a:gd name="T56" fmla="*/ 125 w 147"/>
                  <a:gd name="T57" fmla="*/ 93 h 122"/>
                  <a:gd name="T58" fmla="*/ 120 w 147"/>
                  <a:gd name="T59" fmla="*/ 87 h 122"/>
                  <a:gd name="T60" fmla="*/ 125 w 147"/>
                  <a:gd name="T61" fmla="*/ 81 h 122"/>
                  <a:gd name="T62" fmla="*/ 135 w 147"/>
                  <a:gd name="T63" fmla="*/ 11 h 122"/>
                  <a:gd name="T64" fmla="*/ 135 w 147"/>
                  <a:gd name="T65" fmla="*/ 11 h 122"/>
                  <a:gd name="T66" fmla="*/ 11 w 147"/>
                  <a:gd name="T67" fmla="*/ 11 h 122"/>
                  <a:gd name="T68" fmla="*/ 11 w 147"/>
                  <a:gd name="T69" fmla="*/ 97 h 122"/>
                  <a:gd name="T70" fmla="*/ 135 w 147"/>
                  <a:gd name="T71" fmla="*/ 97 h 122"/>
                  <a:gd name="T72" fmla="*/ 135 w 147"/>
                  <a:gd name="T73" fmla="*/ 11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47" h="122">
                    <a:moveTo>
                      <a:pt x="6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44" y="0"/>
                      <a:pt x="147" y="2"/>
                      <a:pt x="147" y="5"/>
                    </a:cubicBezTo>
                    <a:cubicBezTo>
                      <a:pt x="147" y="5"/>
                      <a:pt x="147" y="5"/>
                      <a:pt x="147" y="5"/>
                    </a:cubicBezTo>
                    <a:cubicBezTo>
                      <a:pt x="147" y="103"/>
                      <a:pt x="147" y="103"/>
                      <a:pt x="147" y="103"/>
                    </a:cubicBezTo>
                    <a:cubicBezTo>
                      <a:pt x="147" y="106"/>
                      <a:pt x="144" y="108"/>
                      <a:pt x="141" y="108"/>
                    </a:cubicBezTo>
                    <a:cubicBezTo>
                      <a:pt x="141" y="108"/>
                      <a:pt x="141" y="108"/>
                      <a:pt x="141" y="108"/>
                    </a:cubicBezTo>
                    <a:cubicBezTo>
                      <a:pt x="79" y="108"/>
                      <a:pt x="79" y="108"/>
                      <a:pt x="79" y="108"/>
                    </a:cubicBezTo>
                    <a:cubicBezTo>
                      <a:pt x="79" y="115"/>
                      <a:pt x="79" y="115"/>
                      <a:pt x="79" y="115"/>
                    </a:cubicBezTo>
                    <a:cubicBezTo>
                      <a:pt x="79" y="115"/>
                      <a:pt x="79" y="115"/>
                      <a:pt x="79" y="115"/>
                    </a:cubicBezTo>
                    <a:cubicBezTo>
                      <a:pt x="110" y="115"/>
                      <a:pt x="110" y="115"/>
                      <a:pt x="110" y="115"/>
                    </a:cubicBezTo>
                    <a:cubicBezTo>
                      <a:pt x="112" y="115"/>
                      <a:pt x="114" y="117"/>
                      <a:pt x="114" y="119"/>
                    </a:cubicBezTo>
                    <a:cubicBezTo>
                      <a:pt x="114" y="120"/>
                      <a:pt x="112" y="122"/>
                      <a:pt x="110" y="122"/>
                    </a:cubicBezTo>
                    <a:cubicBezTo>
                      <a:pt x="36" y="122"/>
                      <a:pt x="36" y="122"/>
                      <a:pt x="36" y="122"/>
                    </a:cubicBezTo>
                    <a:cubicBezTo>
                      <a:pt x="35" y="122"/>
                      <a:pt x="33" y="120"/>
                      <a:pt x="33" y="119"/>
                    </a:cubicBezTo>
                    <a:cubicBezTo>
                      <a:pt x="33" y="117"/>
                      <a:pt x="35" y="115"/>
                      <a:pt x="36" y="115"/>
                    </a:cubicBezTo>
                    <a:cubicBezTo>
                      <a:pt x="68" y="115"/>
                      <a:pt x="68" y="115"/>
                      <a:pt x="68" y="115"/>
                    </a:cubicBezTo>
                    <a:cubicBezTo>
                      <a:pt x="68" y="115"/>
                      <a:pt x="68" y="115"/>
                      <a:pt x="68" y="115"/>
                    </a:cubicBezTo>
                    <a:cubicBezTo>
                      <a:pt x="68" y="108"/>
                      <a:pt x="68" y="108"/>
                      <a:pt x="68" y="108"/>
                    </a:cubicBezTo>
                    <a:cubicBezTo>
                      <a:pt x="6" y="108"/>
                      <a:pt x="6" y="108"/>
                      <a:pt x="6" y="108"/>
                    </a:cubicBezTo>
                    <a:cubicBezTo>
                      <a:pt x="2" y="108"/>
                      <a:pt x="0" y="106"/>
                      <a:pt x="0" y="103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2"/>
                      <a:pt x="2" y="0"/>
                      <a:pt x="6" y="0"/>
                    </a:cubicBezTo>
                    <a:close/>
                    <a:moveTo>
                      <a:pt x="125" y="81"/>
                    </a:moveTo>
                    <a:cubicBezTo>
                      <a:pt x="125" y="81"/>
                      <a:pt x="125" y="81"/>
                      <a:pt x="125" y="81"/>
                    </a:cubicBezTo>
                    <a:cubicBezTo>
                      <a:pt x="129" y="81"/>
                      <a:pt x="131" y="84"/>
                      <a:pt x="131" y="87"/>
                    </a:cubicBezTo>
                    <a:cubicBezTo>
                      <a:pt x="131" y="90"/>
                      <a:pt x="129" y="93"/>
                      <a:pt x="125" y="93"/>
                    </a:cubicBezTo>
                    <a:cubicBezTo>
                      <a:pt x="122" y="93"/>
                      <a:pt x="120" y="90"/>
                      <a:pt x="120" y="87"/>
                    </a:cubicBezTo>
                    <a:cubicBezTo>
                      <a:pt x="120" y="84"/>
                      <a:pt x="122" y="81"/>
                      <a:pt x="125" y="81"/>
                    </a:cubicBezTo>
                    <a:close/>
                    <a:moveTo>
                      <a:pt x="135" y="11"/>
                    </a:moveTo>
                    <a:cubicBezTo>
                      <a:pt x="135" y="11"/>
                      <a:pt x="135" y="11"/>
                      <a:pt x="135" y="11"/>
                    </a:cubicBezTo>
                    <a:cubicBezTo>
                      <a:pt x="11" y="11"/>
                      <a:pt x="11" y="11"/>
                      <a:pt x="11" y="11"/>
                    </a:cubicBezTo>
                    <a:cubicBezTo>
                      <a:pt x="11" y="40"/>
                      <a:pt x="11" y="68"/>
                      <a:pt x="11" y="97"/>
                    </a:cubicBezTo>
                    <a:cubicBezTo>
                      <a:pt x="53" y="97"/>
                      <a:pt x="94" y="97"/>
                      <a:pt x="135" y="97"/>
                    </a:cubicBezTo>
                    <a:cubicBezTo>
                      <a:pt x="135" y="68"/>
                      <a:pt x="135" y="40"/>
                      <a:pt x="135" y="1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C7BF894D-0D5C-0732-EE00-07C81B109540}"/>
                  </a:ext>
                </a:extLst>
              </p:cNvPr>
              <p:cNvSpPr/>
              <p:nvPr userDrawn="1"/>
            </p:nvSpPr>
            <p:spPr>
              <a:xfrm>
                <a:off x="497279" y="2163150"/>
                <a:ext cx="543739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zh-CN" altLang="en-US" sz="1400" dirty="0">
                    <a:ln w="6350">
                      <a:noFill/>
                    </a:ln>
                    <a:solidFill>
                      <a:srgbClr val="586B7F"/>
                    </a:solidFill>
                    <a:latin typeface="Impact" panose="020B0806030902050204" pitchFamily="34" charset="0"/>
                    <a:ea typeface="微软雅黑" panose="020B0503020204020204" pitchFamily="34" charset="-122"/>
                  </a:rPr>
                  <a:t>目标</a:t>
                </a:r>
              </a:p>
            </p:txBody>
          </p:sp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7D559A7A-1693-27DB-E8C8-B6F3D7CDA687}"/>
                  </a:ext>
                </a:extLst>
              </p:cNvPr>
              <p:cNvSpPr/>
              <p:nvPr userDrawn="1"/>
            </p:nvSpPr>
            <p:spPr>
              <a:xfrm>
                <a:off x="395536" y="3326997"/>
                <a:ext cx="902811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zh-CN" altLang="en-US" sz="1400" dirty="0">
                    <a:ln w="6350">
                      <a:noFill/>
                    </a:ln>
                    <a:solidFill>
                      <a:srgbClr val="586B7F"/>
                    </a:solidFill>
                    <a:latin typeface="Impact" panose="020B0806030902050204" pitchFamily="34" charset="0"/>
                    <a:ea typeface="微软雅黑" panose="020B0503020204020204" pitchFamily="34" charset="-122"/>
                  </a:rPr>
                  <a:t>学习内容</a:t>
                </a:r>
              </a:p>
            </p:txBody>
          </p:sp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77622A24-DC51-F323-1C1D-4AECD9229D89}"/>
                  </a:ext>
                </a:extLst>
              </p:cNvPr>
              <p:cNvSpPr/>
              <p:nvPr userDrawn="1"/>
            </p:nvSpPr>
            <p:spPr>
              <a:xfrm>
                <a:off x="509228" y="2710566"/>
                <a:ext cx="543739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zh-CN" altLang="en-US" sz="1400" dirty="0">
                    <a:ln w="6350">
                      <a:noFill/>
                    </a:ln>
                    <a:solidFill>
                      <a:srgbClr val="586B7F"/>
                    </a:solidFill>
                    <a:latin typeface="Impact" panose="020B0806030902050204" pitchFamily="34" charset="0"/>
                    <a:ea typeface="微软雅黑" panose="020B0503020204020204" pitchFamily="34" charset="-122"/>
                  </a:rPr>
                  <a:t>前测</a:t>
                </a:r>
              </a:p>
            </p:txBody>
          </p:sp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AB7BEE70-84CB-0F9F-37DB-954EB05DD0F3}"/>
                  </a:ext>
                </a:extLst>
              </p:cNvPr>
              <p:cNvSpPr/>
              <p:nvPr userDrawn="1"/>
            </p:nvSpPr>
            <p:spPr>
              <a:xfrm>
                <a:off x="544990" y="3906460"/>
                <a:ext cx="543739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zh-CN" altLang="en-US" sz="1400" dirty="0">
                    <a:ln w="6350">
                      <a:noFill/>
                    </a:ln>
                    <a:solidFill>
                      <a:srgbClr val="586B7F"/>
                    </a:solidFill>
                    <a:latin typeface="Impact" panose="020B0806030902050204" pitchFamily="34" charset="0"/>
                    <a:ea typeface="微软雅黑" panose="020B0503020204020204" pitchFamily="34" charset="-122"/>
                  </a:rPr>
                  <a:t>后测</a:t>
                </a:r>
              </a:p>
            </p:txBody>
          </p:sp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F05148F8-7195-81F0-C059-4549C9A7A8FC}"/>
                  </a:ext>
                </a:extLst>
              </p:cNvPr>
              <p:cNvSpPr/>
              <p:nvPr userDrawn="1">
                <p:custDataLst>
                  <p:tags r:id="rId1"/>
                </p:custDataLst>
              </p:nvPr>
            </p:nvSpPr>
            <p:spPr>
              <a:xfrm>
                <a:off x="385938" y="4509192"/>
                <a:ext cx="902811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zh-CN" altLang="en-US" sz="1400" dirty="0">
                    <a:ln w="6350">
                      <a:noFill/>
                    </a:ln>
                    <a:solidFill>
                      <a:srgbClr val="586B7F"/>
                    </a:solidFill>
                    <a:latin typeface="Impact" panose="020B0806030902050204" pitchFamily="34" charset="0"/>
                    <a:ea typeface="微软雅黑" panose="020B0503020204020204" pitchFamily="34" charset="-122"/>
                  </a:rPr>
                  <a:t>课程总结</a:t>
                </a:r>
              </a:p>
            </p:txBody>
          </p:sp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17D2B8F7-5DE9-7720-624B-09565E7F9E0A}"/>
                  </a:ext>
                </a:extLst>
              </p:cNvPr>
              <p:cNvSpPr/>
              <p:nvPr userDrawn="1"/>
            </p:nvSpPr>
            <p:spPr>
              <a:xfrm>
                <a:off x="509228" y="1519043"/>
                <a:ext cx="543739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zh-CN" altLang="en-US" sz="1400" dirty="0">
                    <a:ln w="6350">
                      <a:noFill/>
                    </a:ln>
                    <a:solidFill>
                      <a:schemeClr val="bg1"/>
                    </a:solidFill>
                    <a:latin typeface="Impact" panose="020B0806030902050204" pitchFamily="34" charset="0"/>
                    <a:ea typeface="微软雅黑" panose="020B0503020204020204" pitchFamily="34" charset="-122"/>
                  </a:rPr>
                  <a:t>导入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35933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组合 65">
            <a:extLst>
              <a:ext uri="{FF2B5EF4-FFF2-40B4-BE49-F238E27FC236}">
                <a16:creationId xmlns:a16="http://schemas.microsoft.com/office/drawing/2014/main" id="{8FC67690-C027-60EF-73E6-285DBA5C59B7}"/>
              </a:ext>
            </a:extLst>
          </p:cNvPr>
          <p:cNvGrpSpPr/>
          <p:nvPr userDrawn="1"/>
        </p:nvGrpSpPr>
        <p:grpSpPr>
          <a:xfrm>
            <a:off x="60420" y="1202572"/>
            <a:ext cx="79399" cy="415768"/>
            <a:chOff x="905688" y="2599004"/>
            <a:chExt cx="79399" cy="415768"/>
          </a:xfrm>
        </p:grpSpPr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0829F5EB-5B82-BB74-0E36-788708DE6F98}"/>
                </a:ext>
              </a:extLst>
            </p:cNvPr>
            <p:cNvCxnSpPr/>
            <p:nvPr/>
          </p:nvCxnSpPr>
          <p:spPr>
            <a:xfrm>
              <a:off x="930331" y="2726772"/>
              <a:ext cx="0" cy="288000"/>
            </a:xfrm>
            <a:prstGeom prst="line">
              <a:avLst/>
            </a:prstGeom>
            <a:ln w="28575">
              <a:solidFill>
                <a:srgbClr val="2228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997C9144-0745-7120-9AEF-C79F90CA006D}"/>
                </a:ext>
              </a:extLst>
            </p:cNvPr>
            <p:cNvCxnSpPr/>
            <p:nvPr/>
          </p:nvCxnSpPr>
          <p:spPr>
            <a:xfrm>
              <a:off x="985087" y="2694975"/>
              <a:ext cx="0" cy="216000"/>
            </a:xfrm>
            <a:prstGeom prst="line">
              <a:avLst/>
            </a:prstGeom>
            <a:ln w="28575">
              <a:solidFill>
                <a:srgbClr val="2228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椭圆 68">
              <a:extLst>
                <a:ext uri="{FF2B5EF4-FFF2-40B4-BE49-F238E27FC236}">
                  <a16:creationId xmlns:a16="http://schemas.microsoft.com/office/drawing/2014/main" id="{125230C3-05A3-D58D-F87D-D74D82B50B41}"/>
                </a:ext>
              </a:extLst>
            </p:cNvPr>
            <p:cNvSpPr/>
            <p:nvPr/>
          </p:nvSpPr>
          <p:spPr>
            <a:xfrm>
              <a:off x="905688" y="2599004"/>
              <a:ext cx="54000" cy="54000"/>
            </a:xfrm>
            <a:prstGeom prst="ellipse">
              <a:avLst/>
            </a:prstGeom>
            <a:solidFill>
              <a:srgbClr val="22283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2536D57C-7D8F-E568-EBC9-72A7929AAAC9}"/>
              </a:ext>
            </a:extLst>
          </p:cNvPr>
          <p:cNvGrpSpPr/>
          <p:nvPr userDrawn="1"/>
        </p:nvGrpSpPr>
        <p:grpSpPr>
          <a:xfrm>
            <a:off x="9015049" y="4697535"/>
            <a:ext cx="84139" cy="415724"/>
            <a:chOff x="10895227" y="5016308"/>
            <a:chExt cx="84139" cy="415724"/>
          </a:xfrm>
        </p:grpSpPr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D6D06C02-7B95-4EEF-B2DB-CE77ACA43840}"/>
                </a:ext>
              </a:extLst>
            </p:cNvPr>
            <p:cNvCxnSpPr/>
            <p:nvPr/>
          </p:nvCxnSpPr>
          <p:spPr>
            <a:xfrm>
              <a:off x="10950009" y="5016308"/>
              <a:ext cx="0" cy="288000"/>
            </a:xfrm>
            <a:prstGeom prst="line">
              <a:avLst/>
            </a:prstGeom>
            <a:ln w="28575">
              <a:solidFill>
                <a:srgbClr val="2228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F29782CD-F913-E735-D90A-58AA551DA040}"/>
                </a:ext>
              </a:extLst>
            </p:cNvPr>
            <p:cNvCxnSpPr/>
            <p:nvPr/>
          </p:nvCxnSpPr>
          <p:spPr>
            <a:xfrm>
              <a:off x="10895227" y="5121433"/>
              <a:ext cx="0" cy="216000"/>
            </a:xfrm>
            <a:prstGeom prst="line">
              <a:avLst/>
            </a:prstGeom>
            <a:ln w="28575">
              <a:solidFill>
                <a:srgbClr val="2228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72F309FE-C487-8780-F2C9-B5C9FAFE8703}"/>
                </a:ext>
              </a:extLst>
            </p:cNvPr>
            <p:cNvSpPr/>
            <p:nvPr/>
          </p:nvSpPr>
          <p:spPr>
            <a:xfrm>
              <a:off x="10925366" y="5378032"/>
              <a:ext cx="54000" cy="54000"/>
            </a:xfrm>
            <a:prstGeom prst="ellipse">
              <a:avLst/>
            </a:prstGeom>
            <a:solidFill>
              <a:srgbClr val="22283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881B1604-3327-6129-EE5E-686A5B95AFDA}"/>
              </a:ext>
            </a:extLst>
          </p:cNvPr>
          <p:cNvGrpSpPr/>
          <p:nvPr userDrawn="1"/>
        </p:nvGrpSpPr>
        <p:grpSpPr>
          <a:xfrm>
            <a:off x="425287" y="4580219"/>
            <a:ext cx="191887" cy="205719"/>
            <a:chOff x="922813" y="5251110"/>
            <a:chExt cx="254674" cy="273031"/>
          </a:xfrm>
        </p:grpSpPr>
        <p:sp>
          <p:nvSpPr>
            <p:cNvPr id="75" name="矩形 32">
              <a:extLst>
                <a:ext uri="{FF2B5EF4-FFF2-40B4-BE49-F238E27FC236}">
                  <a16:creationId xmlns:a16="http://schemas.microsoft.com/office/drawing/2014/main" id="{12089816-B342-4FCB-A889-06CD91897FA4}"/>
                </a:ext>
              </a:extLst>
            </p:cNvPr>
            <p:cNvSpPr/>
            <p:nvPr/>
          </p:nvSpPr>
          <p:spPr>
            <a:xfrm rot="20775199">
              <a:off x="922813" y="5314698"/>
              <a:ext cx="209443" cy="209443"/>
            </a:xfrm>
            <a:custGeom>
              <a:avLst/>
              <a:gdLst>
                <a:gd name="connsiteX0" fmla="*/ 10800 w 360000"/>
                <a:gd name="connsiteY0" fmla="*/ 0 h 360000"/>
                <a:gd name="connsiteX1" fmla="*/ 349200 w 360000"/>
                <a:gd name="connsiteY1" fmla="*/ 0 h 360000"/>
                <a:gd name="connsiteX2" fmla="*/ 360000 w 360000"/>
                <a:gd name="connsiteY2" fmla="*/ 10800 h 360000"/>
                <a:gd name="connsiteX3" fmla="*/ 360000 w 360000"/>
                <a:gd name="connsiteY3" fmla="*/ 349200 h 360000"/>
                <a:gd name="connsiteX4" fmla="*/ 349200 w 360000"/>
                <a:gd name="connsiteY4" fmla="*/ 360000 h 360000"/>
                <a:gd name="connsiteX5" fmla="*/ 10800 w 360000"/>
                <a:gd name="connsiteY5" fmla="*/ 360000 h 360000"/>
                <a:gd name="connsiteX6" fmla="*/ 0 w 360000"/>
                <a:gd name="connsiteY6" fmla="*/ 349200 h 360000"/>
                <a:gd name="connsiteX7" fmla="*/ 0 w 360000"/>
                <a:gd name="connsiteY7" fmla="*/ 10800 h 360000"/>
                <a:gd name="connsiteX8" fmla="*/ 10800 w 360000"/>
                <a:gd name="connsiteY8" fmla="*/ 0 h 3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0000" h="360000">
                  <a:moveTo>
                    <a:pt x="10800" y="0"/>
                  </a:moveTo>
                  <a:lnTo>
                    <a:pt x="349200" y="0"/>
                  </a:lnTo>
                  <a:cubicBezTo>
                    <a:pt x="355161" y="0"/>
                    <a:pt x="360000" y="4839"/>
                    <a:pt x="360000" y="10800"/>
                  </a:cubicBezTo>
                  <a:lnTo>
                    <a:pt x="360000" y="349200"/>
                  </a:lnTo>
                  <a:cubicBezTo>
                    <a:pt x="360000" y="355161"/>
                    <a:pt x="355161" y="360000"/>
                    <a:pt x="349200" y="360000"/>
                  </a:cubicBezTo>
                  <a:lnTo>
                    <a:pt x="10800" y="360000"/>
                  </a:lnTo>
                  <a:cubicBezTo>
                    <a:pt x="4838" y="360000"/>
                    <a:pt x="0" y="355161"/>
                    <a:pt x="0" y="349200"/>
                  </a:cubicBezTo>
                  <a:lnTo>
                    <a:pt x="0" y="10800"/>
                  </a:lnTo>
                  <a:cubicBezTo>
                    <a:pt x="0" y="4839"/>
                    <a:pt x="4838" y="0"/>
                    <a:pt x="10800" y="0"/>
                  </a:cubicBezTo>
                </a:path>
              </a:pathLst>
            </a:custGeom>
            <a:solidFill>
              <a:schemeClr val="bg1"/>
            </a:solidFill>
            <a:ln w="12700">
              <a:solidFill>
                <a:srgbClr val="393E46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76" name="矩形 26">
              <a:extLst>
                <a:ext uri="{FF2B5EF4-FFF2-40B4-BE49-F238E27FC236}">
                  <a16:creationId xmlns:a16="http://schemas.microsoft.com/office/drawing/2014/main" id="{074176C2-CE24-1E34-54E0-52FF5F48634E}"/>
                </a:ext>
              </a:extLst>
            </p:cNvPr>
            <p:cNvSpPr/>
            <p:nvPr/>
          </p:nvSpPr>
          <p:spPr>
            <a:xfrm rot="20775199">
              <a:off x="968044" y="5251110"/>
              <a:ext cx="209443" cy="209443"/>
            </a:xfrm>
            <a:custGeom>
              <a:avLst/>
              <a:gdLst>
                <a:gd name="connsiteX0" fmla="*/ 10800 w 344953"/>
                <a:gd name="connsiteY0" fmla="*/ 0 h 344953"/>
                <a:gd name="connsiteX1" fmla="*/ 334153 w 344953"/>
                <a:gd name="connsiteY1" fmla="*/ 0 h 344953"/>
                <a:gd name="connsiteX2" fmla="*/ 344953 w 344953"/>
                <a:gd name="connsiteY2" fmla="*/ 10800 h 344953"/>
                <a:gd name="connsiteX3" fmla="*/ 344953 w 344953"/>
                <a:gd name="connsiteY3" fmla="*/ 334153 h 344953"/>
                <a:gd name="connsiteX4" fmla="*/ 334153 w 344953"/>
                <a:gd name="connsiteY4" fmla="*/ 344953 h 344953"/>
                <a:gd name="connsiteX5" fmla="*/ 10800 w 344953"/>
                <a:gd name="connsiteY5" fmla="*/ 344953 h 344953"/>
                <a:gd name="connsiteX6" fmla="*/ 0 w 344953"/>
                <a:gd name="connsiteY6" fmla="*/ 334153 h 344953"/>
                <a:gd name="connsiteX7" fmla="*/ 0 w 344953"/>
                <a:gd name="connsiteY7" fmla="*/ 10800 h 344953"/>
                <a:gd name="connsiteX8" fmla="*/ 10800 w 344953"/>
                <a:gd name="connsiteY8" fmla="*/ 0 h 344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4953" h="344953">
                  <a:moveTo>
                    <a:pt x="10800" y="0"/>
                  </a:moveTo>
                  <a:lnTo>
                    <a:pt x="334153" y="0"/>
                  </a:lnTo>
                  <a:cubicBezTo>
                    <a:pt x="340115" y="0"/>
                    <a:pt x="344953" y="4839"/>
                    <a:pt x="344953" y="10800"/>
                  </a:cubicBezTo>
                  <a:lnTo>
                    <a:pt x="344953" y="334153"/>
                  </a:lnTo>
                  <a:cubicBezTo>
                    <a:pt x="344953" y="340115"/>
                    <a:pt x="340115" y="344953"/>
                    <a:pt x="334153" y="344953"/>
                  </a:cubicBezTo>
                  <a:lnTo>
                    <a:pt x="10800" y="344953"/>
                  </a:lnTo>
                  <a:cubicBezTo>
                    <a:pt x="4838" y="344953"/>
                    <a:pt x="0" y="340115"/>
                    <a:pt x="0" y="334153"/>
                  </a:cubicBezTo>
                  <a:lnTo>
                    <a:pt x="0" y="10800"/>
                  </a:lnTo>
                  <a:cubicBezTo>
                    <a:pt x="0" y="4839"/>
                    <a:pt x="4838" y="0"/>
                    <a:pt x="10800" y="0"/>
                  </a:cubicBezTo>
                </a:path>
              </a:pathLst>
            </a:custGeom>
            <a:solidFill>
              <a:srgbClr val="FEED04"/>
            </a:solidFill>
            <a:ln w="12700">
              <a:solidFill>
                <a:srgbClr val="393E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</p:grp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C2EB8878-726E-3A52-6A75-C87DE2090C25}"/>
              </a:ext>
            </a:extLst>
          </p:cNvPr>
          <p:cNvGrpSpPr/>
          <p:nvPr userDrawn="1"/>
        </p:nvGrpSpPr>
        <p:grpSpPr>
          <a:xfrm>
            <a:off x="-20955" y="0"/>
            <a:ext cx="9163049" cy="652918"/>
            <a:chOff x="-20955" y="0"/>
            <a:chExt cx="9163049" cy="652918"/>
          </a:xfrm>
        </p:grpSpPr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BC42FCFF-0B31-B0E7-4CC8-06F86E7270BC}"/>
                </a:ext>
              </a:extLst>
            </p:cNvPr>
            <p:cNvSpPr/>
            <p:nvPr userDrawn="1"/>
          </p:nvSpPr>
          <p:spPr>
            <a:xfrm flipV="1">
              <a:off x="2197" y="581346"/>
              <a:ext cx="9139897" cy="7157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lumMod val="20000"/>
                    <a:lumOff val="80000"/>
                  </a:schemeClr>
                </a:gs>
                <a:gs pos="30000">
                  <a:schemeClr val="bg2"/>
                </a:gs>
              </a:gsLst>
              <a:lin ang="8100000" scaled="1"/>
              <a:tileRect/>
            </a:gradFill>
            <a:ln>
              <a:noFill/>
            </a:ln>
            <a:effectLst>
              <a:outerShdw blurRad="38100" sx="101000" sy="101000" algn="ctr" rotWithShape="0">
                <a:schemeClr val="bg2">
                  <a:lumMod val="9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79" name="组合 78">
              <a:extLst>
                <a:ext uri="{FF2B5EF4-FFF2-40B4-BE49-F238E27FC236}">
                  <a16:creationId xmlns:a16="http://schemas.microsoft.com/office/drawing/2014/main" id="{9F797DE8-CFE8-36A6-0FDA-018C2574437B}"/>
                </a:ext>
              </a:extLst>
            </p:cNvPr>
            <p:cNvGrpSpPr/>
            <p:nvPr userDrawn="1"/>
          </p:nvGrpSpPr>
          <p:grpSpPr>
            <a:xfrm>
              <a:off x="-20955" y="0"/>
              <a:ext cx="9162758" cy="581345"/>
              <a:chOff x="-20955" y="0"/>
              <a:chExt cx="9162758" cy="581345"/>
            </a:xfrm>
          </p:grpSpPr>
          <p:sp>
            <p:nvSpPr>
              <p:cNvPr id="80" name="矩形 79">
                <a:extLst>
                  <a:ext uri="{FF2B5EF4-FFF2-40B4-BE49-F238E27FC236}">
                    <a16:creationId xmlns:a16="http://schemas.microsoft.com/office/drawing/2014/main" id="{E0F7F040-8637-AC8E-6530-33E5BA8F6D12}"/>
                  </a:ext>
                </a:extLst>
              </p:cNvPr>
              <p:cNvSpPr/>
              <p:nvPr userDrawn="1"/>
            </p:nvSpPr>
            <p:spPr>
              <a:xfrm>
                <a:off x="2889645" y="0"/>
                <a:ext cx="6252158" cy="581345"/>
              </a:xfrm>
              <a:prstGeom prst="rect">
                <a:avLst/>
              </a:prstGeom>
              <a:solidFill>
                <a:srgbClr val="192F59"/>
              </a:solidFill>
              <a:ln w="25400" cap="flat" cmpd="sng" algn="ctr">
                <a:noFill/>
                <a:prstDash val="solid"/>
              </a:ln>
              <a:effectLst>
                <a:outerShdw blurRad="355600" dist="190500" dir="5400000" algn="t" rotWithShape="0">
                  <a:prstClr val="black">
                    <a:alpha val="11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zh-CN" altLang="en-US" kern="0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0781E96A-B1F8-DC33-B4B3-F9699B1FB819}"/>
                  </a:ext>
                </a:extLst>
              </p:cNvPr>
              <p:cNvSpPr txBox="1"/>
              <p:nvPr userDrawn="1"/>
            </p:nvSpPr>
            <p:spPr>
              <a:xfrm>
                <a:off x="3839337" y="106006"/>
                <a:ext cx="11849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1800" b="1" spc="15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学习目标</a:t>
                </a:r>
              </a:p>
            </p:txBody>
          </p:sp>
          <p:cxnSp>
            <p:nvCxnSpPr>
              <p:cNvPr id="83" name="直接连接符 82">
                <a:extLst>
                  <a:ext uri="{FF2B5EF4-FFF2-40B4-BE49-F238E27FC236}">
                    <a16:creationId xmlns:a16="http://schemas.microsoft.com/office/drawing/2014/main" id="{BDCB95A1-91E5-AB88-5AA4-16DC4C1B4B06}"/>
                  </a:ext>
                </a:extLst>
              </p:cNvPr>
              <p:cNvCxnSpPr/>
              <p:nvPr userDrawn="1"/>
            </p:nvCxnSpPr>
            <p:spPr>
              <a:xfrm>
                <a:off x="5849860" y="205406"/>
                <a:ext cx="0" cy="184973"/>
              </a:xfrm>
              <a:prstGeom prst="line">
                <a:avLst/>
              </a:prstGeom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接连接符 83">
                <a:extLst>
                  <a:ext uri="{FF2B5EF4-FFF2-40B4-BE49-F238E27FC236}">
                    <a16:creationId xmlns:a16="http://schemas.microsoft.com/office/drawing/2014/main" id="{C64C95B2-A21C-D459-F8DC-709BF9F4EE10}"/>
                  </a:ext>
                </a:extLst>
              </p:cNvPr>
              <p:cNvCxnSpPr/>
              <p:nvPr userDrawn="1"/>
            </p:nvCxnSpPr>
            <p:spPr>
              <a:xfrm>
                <a:off x="7163452" y="205406"/>
                <a:ext cx="0" cy="184973"/>
              </a:xfrm>
              <a:prstGeom prst="line">
                <a:avLst/>
              </a:prstGeom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直接连接符 84">
                <a:extLst>
                  <a:ext uri="{FF2B5EF4-FFF2-40B4-BE49-F238E27FC236}">
                    <a16:creationId xmlns:a16="http://schemas.microsoft.com/office/drawing/2014/main" id="{A53E30CF-DEB4-D449-B44E-06A2B74A3D82}"/>
                  </a:ext>
                </a:extLst>
              </p:cNvPr>
              <p:cNvCxnSpPr/>
              <p:nvPr userDrawn="1"/>
            </p:nvCxnSpPr>
            <p:spPr>
              <a:xfrm>
                <a:off x="8101220" y="205406"/>
                <a:ext cx="0" cy="184973"/>
              </a:xfrm>
              <a:prstGeom prst="line">
                <a:avLst/>
              </a:prstGeom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F8C30651-AA76-348A-4C39-139127BE70E9}"/>
                  </a:ext>
                </a:extLst>
              </p:cNvPr>
              <p:cNvSpPr txBox="1"/>
              <p:nvPr userDrawn="1"/>
            </p:nvSpPr>
            <p:spPr>
              <a:xfrm>
                <a:off x="5122739" y="100861"/>
                <a:ext cx="6848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1800" b="1" spc="15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前测</a:t>
                </a:r>
              </a:p>
            </p:txBody>
          </p:sp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F4BA5E3A-CFD3-68D5-3AB6-B70CE39DDAB4}"/>
                  </a:ext>
                </a:extLst>
              </p:cNvPr>
              <p:cNvSpPr txBox="1"/>
              <p:nvPr userDrawn="1"/>
            </p:nvSpPr>
            <p:spPr>
              <a:xfrm>
                <a:off x="5811077" y="100861"/>
                <a:ext cx="14350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1800" b="1" spc="15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参与式学习</a:t>
                </a:r>
              </a:p>
            </p:txBody>
          </p:sp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FA95863E-FC12-094C-CA7F-967021D70B80}"/>
                  </a:ext>
                </a:extLst>
              </p:cNvPr>
              <p:cNvSpPr txBox="1"/>
              <p:nvPr userDrawn="1"/>
            </p:nvSpPr>
            <p:spPr>
              <a:xfrm>
                <a:off x="7289935" y="100861"/>
                <a:ext cx="6848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1800" b="1" spc="15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后测</a:t>
                </a:r>
              </a:p>
            </p:txBody>
          </p:sp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id="{CEA0B75A-11F8-E9D2-3689-F1B745C41FC7}"/>
                  </a:ext>
                </a:extLst>
              </p:cNvPr>
              <p:cNvSpPr txBox="1"/>
              <p:nvPr userDrawn="1"/>
            </p:nvSpPr>
            <p:spPr>
              <a:xfrm>
                <a:off x="8227703" y="94804"/>
                <a:ext cx="6848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1800" b="1" spc="15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总结</a:t>
                </a:r>
                <a:endParaRPr lang="zh-CN" altLang="en-US" sz="2200" b="1" spc="15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E98064F7-879A-1028-524A-EDF0F79FE8E5}"/>
                  </a:ext>
                </a:extLst>
              </p:cNvPr>
              <p:cNvSpPr txBox="1"/>
              <p:nvPr userDrawn="1"/>
            </p:nvSpPr>
            <p:spPr>
              <a:xfrm>
                <a:off x="3013010" y="106006"/>
                <a:ext cx="6848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1800" b="1" spc="15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导入</a:t>
                </a:r>
              </a:p>
            </p:txBody>
          </p:sp>
          <p:pic>
            <p:nvPicPr>
              <p:cNvPr id="91" name="图片 90" descr="齐鲁理工logo">
                <a:extLst>
                  <a:ext uri="{FF2B5EF4-FFF2-40B4-BE49-F238E27FC236}">
                    <a16:creationId xmlns:a16="http://schemas.microsoft.com/office/drawing/2014/main" id="{36819D5E-47E2-F035-ED2F-6C0DE6A4AD56}"/>
                  </a:ext>
                </a:extLst>
              </p:cNvPr>
              <p:cNvPicPr>
                <a:picLocks noChangeAspect="1" noChangeArrowheads="1"/>
              </p:cNvPicPr>
              <p:nvPr userDrawn="1">
                <p:custDataLst>
                  <p:tags r:id="rId1"/>
                </p:custDataLst>
              </p:nvPr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-20955" y="71500"/>
                <a:ext cx="2716801" cy="48661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cxnSp>
            <p:nvCxnSpPr>
              <p:cNvPr id="92" name="直接连接符 91">
                <a:extLst>
                  <a:ext uri="{FF2B5EF4-FFF2-40B4-BE49-F238E27FC236}">
                    <a16:creationId xmlns:a16="http://schemas.microsoft.com/office/drawing/2014/main" id="{7A0103B5-3DB8-42E5-CDA9-1EBDBB73FAE1}"/>
                  </a:ext>
                </a:extLst>
              </p:cNvPr>
              <p:cNvCxnSpPr/>
              <p:nvPr userDrawn="1"/>
            </p:nvCxnSpPr>
            <p:spPr>
              <a:xfrm>
                <a:off x="5054522" y="205406"/>
                <a:ext cx="0" cy="184973"/>
              </a:xfrm>
              <a:prstGeom prst="line">
                <a:avLst/>
              </a:prstGeom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3F8E2301-61FD-D3C4-34DA-40267AA019A6}"/>
              </a:ext>
            </a:extLst>
          </p:cNvPr>
          <p:cNvSpPr/>
          <p:nvPr userDrawn="1"/>
        </p:nvSpPr>
        <p:spPr>
          <a:xfrm>
            <a:off x="0" y="1693703"/>
            <a:ext cx="9143524" cy="2928469"/>
          </a:xfrm>
          <a:prstGeom prst="rect">
            <a:avLst/>
          </a:prstGeom>
          <a:solidFill>
            <a:srgbClr val="192F59">
              <a:alpha val="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C04849E-7D34-2031-29B7-B4DDB425E83D}"/>
              </a:ext>
            </a:extLst>
          </p:cNvPr>
          <p:cNvSpPr txBox="1"/>
          <p:nvPr userDrawn="1"/>
        </p:nvSpPr>
        <p:spPr>
          <a:xfrm>
            <a:off x="425287" y="1693703"/>
            <a:ext cx="1270183" cy="27469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8625" b="1" dirty="0">
                <a:solidFill>
                  <a:srgbClr val="192F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三极准柔宋" panose="00000500000000000000" pitchFamily="2" charset="-122"/>
                <a:ea typeface="三极准柔宋" panose="00000500000000000000" pitchFamily="2" charset="-122"/>
              </a:rPr>
              <a:t>目录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70AC535-1620-1E0E-C3D6-CC4CD81F6820}"/>
              </a:ext>
            </a:extLst>
          </p:cNvPr>
          <p:cNvSpPr txBox="1"/>
          <p:nvPr userDrawn="1"/>
        </p:nvSpPr>
        <p:spPr>
          <a:xfrm>
            <a:off x="1719058" y="2549662"/>
            <a:ext cx="392415" cy="121655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dist"/>
            <a:r>
              <a:rPr lang="en-US" altLang="zh-CN" sz="1350" b="1" dirty="0">
                <a:solidFill>
                  <a:srgbClr val="192F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三极准柔宋" panose="00000500000000000000" pitchFamily="2" charset="-122"/>
                <a:ea typeface="三极准柔宋" panose="00000500000000000000" pitchFamily="2" charset="-122"/>
              </a:rPr>
              <a:t>CONTENT</a:t>
            </a: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8E0DD7AB-790F-D64B-CD99-AE232517E4F7}"/>
              </a:ext>
            </a:extLst>
          </p:cNvPr>
          <p:cNvCxnSpPr/>
          <p:nvPr userDrawn="1"/>
        </p:nvCxnSpPr>
        <p:spPr>
          <a:xfrm>
            <a:off x="3752772" y="205406"/>
            <a:ext cx="0" cy="18497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8667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组合 65">
            <a:extLst>
              <a:ext uri="{FF2B5EF4-FFF2-40B4-BE49-F238E27FC236}">
                <a16:creationId xmlns:a16="http://schemas.microsoft.com/office/drawing/2014/main" id="{8FC67690-C027-60EF-73E6-285DBA5C59B7}"/>
              </a:ext>
            </a:extLst>
          </p:cNvPr>
          <p:cNvGrpSpPr/>
          <p:nvPr userDrawn="1"/>
        </p:nvGrpSpPr>
        <p:grpSpPr>
          <a:xfrm>
            <a:off x="77782" y="865177"/>
            <a:ext cx="79399" cy="415768"/>
            <a:chOff x="905688" y="2599004"/>
            <a:chExt cx="79399" cy="415768"/>
          </a:xfrm>
        </p:grpSpPr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0829F5EB-5B82-BB74-0E36-788708DE6F98}"/>
                </a:ext>
              </a:extLst>
            </p:cNvPr>
            <p:cNvCxnSpPr/>
            <p:nvPr/>
          </p:nvCxnSpPr>
          <p:spPr>
            <a:xfrm>
              <a:off x="930331" y="2726772"/>
              <a:ext cx="0" cy="288000"/>
            </a:xfrm>
            <a:prstGeom prst="line">
              <a:avLst/>
            </a:prstGeom>
            <a:ln w="28575">
              <a:solidFill>
                <a:srgbClr val="2228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997C9144-0745-7120-9AEF-C79F90CA006D}"/>
                </a:ext>
              </a:extLst>
            </p:cNvPr>
            <p:cNvCxnSpPr/>
            <p:nvPr/>
          </p:nvCxnSpPr>
          <p:spPr>
            <a:xfrm>
              <a:off x="985087" y="2694975"/>
              <a:ext cx="0" cy="216000"/>
            </a:xfrm>
            <a:prstGeom prst="line">
              <a:avLst/>
            </a:prstGeom>
            <a:ln w="28575">
              <a:solidFill>
                <a:srgbClr val="2228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椭圆 68">
              <a:extLst>
                <a:ext uri="{FF2B5EF4-FFF2-40B4-BE49-F238E27FC236}">
                  <a16:creationId xmlns:a16="http://schemas.microsoft.com/office/drawing/2014/main" id="{125230C3-05A3-D58D-F87D-D74D82B50B41}"/>
                </a:ext>
              </a:extLst>
            </p:cNvPr>
            <p:cNvSpPr/>
            <p:nvPr/>
          </p:nvSpPr>
          <p:spPr>
            <a:xfrm>
              <a:off x="905688" y="2599004"/>
              <a:ext cx="54000" cy="54000"/>
            </a:xfrm>
            <a:prstGeom prst="ellipse">
              <a:avLst/>
            </a:prstGeom>
            <a:solidFill>
              <a:srgbClr val="22283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2536D57C-7D8F-E568-EBC9-72A7929AAAC9}"/>
              </a:ext>
            </a:extLst>
          </p:cNvPr>
          <p:cNvGrpSpPr/>
          <p:nvPr userDrawn="1"/>
        </p:nvGrpSpPr>
        <p:grpSpPr>
          <a:xfrm>
            <a:off x="8951176" y="5802036"/>
            <a:ext cx="84139" cy="415724"/>
            <a:chOff x="10895227" y="5016308"/>
            <a:chExt cx="84139" cy="415724"/>
          </a:xfrm>
        </p:grpSpPr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D6D06C02-7B95-4EEF-B2DB-CE77ACA43840}"/>
                </a:ext>
              </a:extLst>
            </p:cNvPr>
            <p:cNvCxnSpPr/>
            <p:nvPr/>
          </p:nvCxnSpPr>
          <p:spPr>
            <a:xfrm>
              <a:off x="10950009" y="5016308"/>
              <a:ext cx="0" cy="288000"/>
            </a:xfrm>
            <a:prstGeom prst="line">
              <a:avLst/>
            </a:prstGeom>
            <a:ln w="28575">
              <a:solidFill>
                <a:srgbClr val="2228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F29782CD-F913-E735-D90A-58AA551DA040}"/>
                </a:ext>
              </a:extLst>
            </p:cNvPr>
            <p:cNvCxnSpPr/>
            <p:nvPr/>
          </p:nvCxnSpPr>
          <p:spPr>
            <a:xfrm>
              <a:off x="10895227" y="5121433"/>
              <a:ext cx="0" cy="216000"/>
            </a:xfrm>
            <a:prstGeom prst="line">
              <a:avLst/>
            </a:prstGeom>
            <a:ln w="28575">
              <a:solidFill>
                <a:srgbClr val="2228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72F309FE-C487-8780-F2C9-B5C9FAFE8703}"/>
                </a:ext>
              </a:extLst>
            </p:cNvPr>
            <p:cNvSpPr/>
            <p:nvPr/>
          </p:nvSpPr>
          <p:spPr>
            <a:xfrm>
              <a:off x="10925366" y="5378032"/>
              <a:ext cx="54000" cy="54000"/>
            </a:xfrm>
            <a:prstGeom prst="ellipse">
              <a:avLst/>
            </a:prstGeom>
            <a:solidFill>
              <a:srgbClr val="22283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881B1604-3327-6129-EE5E-686A5B95AFDA}"/>
              </a:ext>
            </a:extLst>
          </p:cNvPr>
          <p:cNvGrpSpPr/>
          <p:nvPr userDrawn="1"/>
        </p:nvGrpSpPr>
        <p:grpSpPr>
          <a:xfrm>
            <a:off x="175234" y="6173794"/>
            <a:ext cx="191887" cy="205719"/>
            <a:chOff x="922813" y="5251110"/>
            <a:chExt cx="254674" cy="273031"/>
          </a:xfrm>
        </p:grpSpPr>
        <p:sp>
          <p:nvSpPr>
            <p:cNvPr id="75" name="矩形 32">
              <a:extLst>
                <a:ext uri="{FF2B5EF4-FFF2-40B4-BE49-F238E27FC236}">
                  <a16:creationId xmlns:a16="http://schemas.microsoft.com/office/drawing/2014/main" id="{12089816-B342-4FCB-A889-06CD91897FA4}"/>
                </a:ext>
              </a:extLst>
            </p:cNvPr>
            <p:cNvSpPr/>
            <p:nvPr/>
          </p:nvSpPr>
          <p:spPr>
            <a:xfrm rot="20775199">
              <a:off x="922813" y="5314698"/>
              <a:ext cx="209443" cy="209443"/>
            </a:xfrm>
            <a:custGeom>
              <a:avLst/>
              <a:gdLst>
                <a:gd name="connsiteX0" fmla="*/ 10800 w 360000"/>
                <a:gd name="connsiteY0" fmla="*/ 0 h 360000"/>
                <a:gd name="connsiteX1" fmla="*/ 349200 w 360000"/>
                <a:gd name="connsiteY1" fmla="*/ 0 h 360000"/>
                <a:gd name="connsiteX2" fmla="*/ 360000 w 360000"/>
                <a:gd name="connsiteY2" fmla="*/ 10800 h 360000"/>
                <a:gd name="connsiteX3" fmla="*/ 360000 w 360000"/>
                <a:gd name="connsiteY3" fmla="*/ 349200 h 360000"/>
                <a:gd name="connsiteX4" fmla="*/ 349200 w 360000"/>
                <a:gd name="connsiteY4" fmla="*/ 360000 h 360000"/>
                <a:gd name="connsiteX5" fmla="*/ 10800 w 360000"/>
                <a:gd name="connsiteY5" fmla="*/ 360000 h 360000"/>
                <a:gd name="connsiteX6" fmla="*/ 0 w 360000"/>
                <a:gd name="connsiteY6" fmla="*/ 349200 h 360000"/>
                <a:gd name="connsiteX7" fmla="*/ 0 w 360000"/>
                <a:gd name="connsiteY7" fmla="*/ 10800 h 360000"/>
                <a:gd name="connsiteX8" fmla="*/ 10800 w 360000"/>
                <a:gd name="connsiteY8" fmla="*/ 0 h 3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0000" h="360000">
                  <a:moveTo>
                    <a:pt x="10800" y="0"/>
                  </a:moveTo>
                  <a:lnTo>
                    <a:pt x="349200" y="0"/>
                  </a:lnTo>
                  <a:cubicBezTo>
                    <a:pt x="355161" y="0"/>
                    <a:pt x="360000" y="4839"/>
                    <a:pt x="360000" y="10800"/>
                  </a:cubicBezTo>
                  <a:lnTo>
                    <a:pt x="360000" y="349200"/>
                  </a:lnTo>
                  <a:cubicBezTo>
                    <a:pt x="360000" y="355161"/>
                    <a:pt x="355161" y="360000"/>
                    <a:pt x="349200" y="360000"/>
                  </a:cubicBezTo>
                  <a:lnTo>
                    <a:pt x="10800" y="360000"/>
                  </a:lnTo>
                  <a:cubicBezTo>
                    <a:pt x="4838" y="360000"/>
                    <a:pt x="0" y="355161"/>
                    <a:pt x="0" y="349200"/>
                  </a:cubicBezTo>
                  <a:lnTo>
                    <a:pt x="0" y="10800"/>
                  </a:lnTo>
                  <a:cubicBezTo>
                    <a:pt x="0" y="4839"/>
                    <a:pt x="4838" y="0"/>
                    <a:pt x="10800" y="0"/>
                  </a:cubicBezTo>
                </a:path>
              </a:pathLst>
            </a:custGeom>
            <a:solidFill>
              <a:schemeClr val="bg1"/>
            </a:solidFill>
            <a:ln w="12700">
              <a:solidFill>
                <a:srgbClr val="393E46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76" name="矩形 26">
              <a:extLst>
                <a:ext uri="{FF2B5EF4-FFF2-40B4-BE49-F238E27FC236}">
                  <a16:creationId xmlns:a16="http://schemas.microsoft.com/office/drawing/2014/main" id="{074176C2-CE24-1E34-54E0-52FF5F48634E}"/>
                </a:ext>
              </a:extLst>
            </p:cNvPr>
            <p:cNvSpPr/>
            <p:nvPr/>
          </p:nvSpPr>
          <p:spPr>
            <a:xfrm rot="20775199">
              <a:off x="968044" y="5251110"/>
              <a:ext cx="209443" cy="209443"/>
            </a:xfrm>
            <a:custGeom>
              <a:avLst/>
              <a:gdLst>
                <a:gd name="connsiteX0" fmla="*/ 10800 w 344953"/>
                <a:gd name="connsiteY0" fmla="*/ 0 h 344953"/>
                <a:gd name="connsiteX1" fmla="*/ 334153 w 344953"/>
                <a:gd name="connsiteY1" fmla="*/ 0 h 344953"/>
                <a:gd name="connsiteX2" fmla="*/ 344953 w 344953"/>
                <a:gd name="connsiteY2" fmla="*/ 10800 h 344953"/>
                <a:gd name="connsiteX3" fmla="*/ 344953 w 344953"/>
                <a:gd name="connsiteY3" fmla="*/ 334153 h 344953"/>
                <a:gd name="connsiteX4" fmla="*/ 334153 w 344953"/>
                <a:gd name="connsiteY4" fmla="*/ 344953 h 344953"/>
                <a:gd name="connsiteX5" fmla="*/ 10800 w 344953"/>
                <a:gd name="connsiteY5" fmla="*/ 344953 h 344953"/>
                <a:gd name="connsiteX6" fmla="*/ 0 w 344953"/>
                <a:gd name="connsiteY6" fmla="*/ 334153 h 344953"/>
                <a:gd name="connsiteX7" fmla="*/ 0 w 344953"/>
                <a:gd name="connsiteY7" fmla="*/ 10800 h 344953"/>
                <a:gd name="connsiteX8" fmla="*/ 10800 w 344953"/>
                <a:gd name="connsiteY8" fmla="*/ 0 h 344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4953" h="344953">
                  <a:moveTo>
                    <a:pt x="10800" y="0"/>
                  </a:moveTo>
                  <a:lnTo>
                    <a:pt x="334153" y="0"/>
                  </a:lnTo>
                  <a:cubicBezTo>
                    <a:pt x="340115" y="0"/>
                    <a:pt x="344953" y="4839"/>
                    <a:pt x="344953" y="10800"/>
                  </a:cubicBezTo>
                  <a:lnTo>
                    <a:pt x="344953" y="334153"/>
                  </a:lnTo>
                  <a:cubicBezTo>
                    <a:pt x="344953" y="340115"/>
                    <a:pt x="340115" y="344953"/>
                    <a:pt x="334153" y="344953"/>
                  </a:cubicBezTo>
                  <a:lnTo>
                    <a:pt x="10800" y="344953"/>
                  </a:lnTo>
                  <a:cubicBezTo>
                    <a:pt x="4838" y="344953"/>
                    <a:pt x="0" y="340115"/>
                    <a:pt x="0" y="334153"/>
                  </a:cubicBezTo>
                  <a:lnTo>
                    <a:pt x="0" y="10800"/>
                  </a:lnTo>
                  <a:cubicBezTo>
                    <a:pt x="0" y="4839"/>
                    <a:pt x="4838" y="0"/>
                    <a:pt x="10800" y="0"/>
                  </a:cubicBezTo>
                </a:path>
              </a:pathLst>
            </a:custGeom>
            <a:solidFill>
              <a:srgbClr val="FEED04"/>
            </a:solidFill>
            <a:ln w="12700">
              <a:solidFill>
                <a:srgbClr val="393E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</p:grp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C2EB8878-726E-3A52-6A75-C87DE2090C25}"/>
              </a:ext>
            </a:extLst>
          </p:cNvPr>
          <p:cNvGrpSpPr/>
          <p:nvPr userDrawn="1"/>
        </p:nvGrpSpPr>
        <p:grpSpPr>
          <a:xfrm>
            <a:off x="-20955" y="0"/>
            <a:ext cx="9163049" cy="652918"/>
            <a:chOff x="-20955" y="0"/>
            <a:chExt cx="9163049" cy="652918"/>
          </a:xfrm>
        </p:grpSpPr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BC42FCFF-0B31-B0E7-4CC8-06F86E7270BC}"/>
                </a:ext>
              </a:extLst>
            </p:cNvPr>
            <p:cNvSpPr/>
            <p:nvPr userDrawn="1"/>
          </p:nvSpPr>
          <p:spPr>
            <a:xfrm flipV="1">
              <a:off x="2197" y="581346"/>
              <a:ext cx="9139897" cy="7157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lumMod val="20000"/>
                    <a:lumOff val="80000"/>
                  </a:schemeClr>
                </a:gs>
                <a:gs pos="30000">
                  <a:schemeClr val="bg2"/>
                </a:gs>
              </a:gsLst>
              <a:lin ang="8100000" scaled="1"/>
              <a:tileRect/>
            </a:gradFill>
            <a:ln>
              <a:noFill/>
            </a:ln>
            <a:effectLst>
              <a:outerShdw blurRad="38100" sx="101000" sy="101000" algn="ctr" rotWithShape="0">
                <a:schemeClr val="bg2">
                  <a:lumMod val="9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79" name="组合 78">
              <a:extLst>
                <a:ext uri="{FF2B5EF4-FFF2-40B4-BE49-F238E27FC236}">
                  <a16:creationId xmlns:a16="http://schemas.microsoft.com/office/drawing/2014/main" id="{9F797DE8-CFE8-36A6-0FDA-018C2574437B}"/>
                </a:ext>
              </a:extLst>
            </p:cNvPr>
            <p:cNvGrpSpPr/>
            <p:nvPr userDrawn="1"/>
          </p:nvGrpSpPr>
          <p:grpSpPr>
            <a:xfrm>
              <a:off x="-20955" y="0"/>
              <a:ext cx="9162758" cy="581345"/>
              <a:chOff x="-20955" y="0"/>
              <a:chExt cx="9162758" cy="581345"/>
            </a:xfrm>
          </p:grpSpPr>
          <p:sp>
            <p:nvSpPr>
              <p:cNvPr id="80" name="矩形 79">
                <a:extLst>
                  <a:ext uri="{FF2B5EF4-FFF2-40B4-BE49-F238E27FC236}">
                    <a16:creationId xmlns:a16="http://schemas.microsoft.com/office/drawing/2014/main" id="{E0F7F040-8637-AC8E-6530-33E5BA8F6D12}"/>
                  </a:ext>
                </a:extLst>
              </p:cNvPr>
              <p:cNvSpPr/>
              <p:nvPr userDrawn="1"/>
            </p:nvSpPr>
            <p:spPr>
              <a:xfrm>
                <a:off x="2889645" y="0"/>
                <a:ext cx="6252158" cy="581345"/>
              </a:xfrm>
              <a:prstGeom prst="rect">
                <a:avLst/>
              </a:prstGeom>
              <a:solidFill>
                <a:srgbClr val="192F59"/>
              </a:solidFill>
              <a:ln w="25400" cap="flat" cmpd="sng" algn="ctr">
                <a:noFill/>
                <a:prstDash val="solid"/>
              </a:ln>
              <a:effectLst>
                <a:outerShdw blurRad="355600" dist="190500" dir="5400000" algn="t" rotWithShape="0">
                  <a:prstClr val="black">
                    <a:alpha val="11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zh-CN" altLang="en-US" kern="0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0781E96A-B1F8-DC33-B4B3-F9699B1FB819}"/>
                  </a:ext>
                </a:extLst>
              </p:cNvPr>
              <p:cNvSpPr txBox="1"/>
              <p:nvPr userDrawn="1"/>
            </p:nvSpPr>
            <p:spPr>
              <a:xfrm>
                <a:off x="3839338" y="106006"/>
                <a:ext cx="11849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1800" b="1" spc="15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学习目标</a:t>
                </a:r>
              </a:p>
            </p:txBody>
          </p:sp>
          <p:cxnSp>
            <p:nvCxnSpPr>
              <p:cNvPr id="83" name="直接连接符 82">
                <a:extLst>
                  <a:ext uri="{FF2B5EF4-FFF2-40B4-BE49-F238E27FC236}">
                    <a16:creationId xmlns:a16="http://schemas.microsoft.com/office/drawing/2014/main" id="{BDCB95A1-91E5-AB88-5AA4-16DC4C1B4B06}"/>
                  </a:ext>
                </a:extLst>
              </p:cNvPr>
              <p:cNvCxnSpPr/>
              <p:nvPr userDrawn="1"/>
            </p:nvCxnSpPr>
            <p:spPr>
              <a:xfrm>
                <a:off x="5849860" y="205406"/>
                <a:ext cx="0" cy="184973"/>
              </a:xfrm>
              <a:prstGeom prst="line">
                <a:avLst/>
              </a:prstGeom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接连接符 83">
                <a:extLst>
                  <a:ext uri="{FF2B5EF4-FFF2-40B4-BE49-F238E27FC236}">
                    <a16:creationId xmlns:a16="http://schemas.microsoft.com/office/drawing/2014/main" id="{C64C95B2-A21C-D459-F8DC-709BF9F4EE10}"/>
                  </a:ext>
                </a:extLst>
              </p:cNvPr>
              <p:cNvCxnSpPr/>
              <p:nvPr userDrawn="1"/>
            </p:nvCxnSpPr>
            <p:spPr>
              <a:xfrm>
                <a:off x="7163452" y="205406"/>
                <a:ext cx="0" cy="184973"/>
              </a:xfrm>
              <a:prstGeom prst="line">
                <a:avLst/>
              </a:prstGeom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直接连接符 84">
                <a:extLst>
                  <a:ext uri="{FF2B5EF4-FFF2-40B4-BE49-F238E27FC236}">
                    <a16:creationId xmlns:a16="http://schemas.microsoft.com/office/drawing/2014/main" id="{A53E30CF-DEB4-D449-B44E-06A2B74A3D82}"/>
                  </a:ext>
                </a:extLst>
              </p:cNvPr>
              <p:cNvCxnSpPr/>
              <p:nvPr userDrawn="1"/>
            </p:nvCxnSpPr>
            <p:spPr>
              <a:xfrm>
                <a:off x="8101220" y="205406"/>
                <a:ext cx="0" cy="184973"/>
              </a:xfrm>
              <a:prstGeom prst="line">
                <a:avLst/>
              </a:prstGeom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F8C30651-AA76-348A-4C39-139127BE70E9}"/>
                  </a:ext>
                </a:extLst>
              </p:cNvPr>
              <p:cNvSpPr txBox="1"/>
              <p:nvPr userDrawn="1"/>
            </p:nvSpPr>
            <p:spPr>
              <a:xfrm>
                <a:off x="5122739" y="100861"/>
                <a:ext cx="6848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1800" b="1" spc="15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前测</a:t>
                </a:r>
              </a:p>
            </p:txBody>
          </p:sp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F4BA5E3A-CFD3-68D5-3AB6-B70CE39DDAB4}"/>
                  </a:ext>
                </a:extLst>
              </p:cNvPr>
              <p:cNvSpPr txBox="1"/>
              <p:nvPr userDrawn="1"/>
            </p:nvSpPr>
            <p:spPr>
              <a:xfrm>
                <a:off x="5811077" y="100861"/>
                <a:ext cx="14350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1800" b="1" spc="15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参与式学习</a:t>
                </a:r>
              </a:p>
            </p:txBody>
          </p:sp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FA95863E-FC12-094C-CA7F-967021D70B80}"/>
                  </a:ext>
                </a:extLst>
              </p:cNvPr>
              <p:cNvSpPr txBox="1"/>
              <p:nvPr userDrawn="1"/>
            </p:nvSpPr>
            <p:spPr>
              <a:xfrm>
                <a:off x="7289935" y="100861"/>
                <a:ext cx="6848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1800" b="1" spc="15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后测</a:t>
                </a:r>
              </a:p>
            </p:txBody>
          </p:sp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id="{CEA0B75A-11F8-E9D2-3689-F1B745C41FC7}"/>
                  </a:ext>
                </a:extLst>
              </p:cNvPr>
              <p:cNvSpPr txBox="1"/>
              <p:nvPr userDrawn="1"/>
            </p:nvSpPr>
            <p:spPr>
              <a:xfrm>
                <a:off x="8227703" y="94804"/>
                <a:ext cx="6848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1800" b="1" spc="15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总结</a:t>
                </a:r>
                <a:endParaRPr lang="zh-CN" altLang="en-US" sz="2200" b="1" spc="15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E98064F7-879A-1028-524A-EDF0F79FE8E5}"/>
                  </a:ext>
                </a:extLst>
              </p:cNvPr>
              <p:cNvSpPr txBox="1"/>
              <p:nvPr userDrawn="1"/>
            </p:nvSpPr>
            <p:spPr>
              <a:xfrm>
                <a:off x="3013010" y="106006"/>
                <a:ext cx="6848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1800" b="1" spc="15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导入</a:t>
                </a:r>
              </a:p>
            </p:txBody>
          </p:sp>
          <p:pic>
            <p:nvPicPr>
              <p:cNvPr id="91" name="图片 90" descr="齐鲁理工logo">
                <a:extLst>
                  <a:ext uri="{FF2B5EF4-FFF2-40B4-BE49-F238E27FC236}">
                    <a16:creationId xmlns:a16="http://schemas.microsoft.com/office/drawing/2014/main" id="{36819D5E-47E2-F035-ED2F-6C0DE6A4AD56}"/>
                  </a:ext>
                </a:extLst>
              </p:cNvPr>
              <p:cNvPicPr>
                <a:picLocks noChangeAspect="1" noChangeArrowheads="1"/>
              </p:cNvPicPr>
              <p:nvPr userDrawn="1">
                <p:custDataLst>
                  <p:tags r:id="rId1"/>
                </p:custDataLst>
              </p:nvPr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-20955" y="71500"/>
                <a:ext cx="2716801" cy="48661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cxnSp>
            <p:nvCxnSpPr>
              <p:cNvPr id="92" name="直接连接符 91">
                <a:extLst>
                  <a:ext uri="{FF2B5EF4-FFF2-40B4-BE49-F238E27FC236}">
                    <a16:creationId xmlns:a16="http://schemas.microsoft.com/office/drawing/2014/main" id="{7A0103B5-3DB8-42E5-CDA9-1EBDBB73FAE1}"/>
                  </a:ext>
                </a:extLst>
              </p:cNvPr>
              <p:cNvCxnSpPr/>
              <p:nvPr userDrawn="1"/>
            </p:nvCxnSpPr>
            <p:spPr>
              <a:xfrm>
                <a:off x="5054522" y="205406"/>
                <a:ext cx="0" cy="184973"/>
              </a:xfrm>
              <a:prstGeom prst="line">
                <a:avLst/>
              </a:prstGeom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AD8B1D4B-4FFD-C73B-F203-CEC410F30F54}"/>
              </a:ext>
            </a:extLst>
          </p:cNvPr>
          <p:cNvGrpSpPr/>
          <p:nvPr userDrawn="1"/>
        </p:nvGrpSpPr>
        <p:grpSpPr>
          <a:xfrm>
            <a:off x="0" y="1863523"/>
            <a:ext cx="9144000" cy="3639881"/>
            <a:chOff x="0" y="2025015"/>
            <a:chExt cx="9144000" cy="2647950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9C2320F9-829E-A7F6-565C-BC60C7312984}"/>
                </a:ext>
              </a:extLst>
            </p:cNvPr>
            <p:cNvSpPr/>
            <p:nvPr userDrawn="1"/>
          </p:nvSpPr>
          <p:spPr>
            <a:xfrm>
              <a:off x="0" y="2065020"/>
              <a:ext cx="9144000" cy="2527935"/>
            </a:xfrm>
            <a:prstGeom prst="rect">
              <a:avLst/>
            </a:prstGeom>
            <a:blipFill>
              <a:blip r:embed="rId4"/>
              <a:srcRect/>
              <a:stretch>
                <a:fillRect t="-144025" b="-38197"/>
              </a:stretch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D2A62359-7FD7-050C-90F4-344FC70AFE5C}"/>
                </a:ext>
              </a:extLst>
            </p:cNvPr>
            <p:cNvSpPr/>
            <p:nvPr userDrawn="1"/>
          </p:nvSpPr>
          <p:spPr>
            <a:xfrm>
              <a:off x="0" y="2065020"/>
              <a:ext cx="9144000" cy="2570798"/>
            </a:xfrm>
            <a:prstGeom prst="rect">
              <a:avLst/>
            </a:prstGeom>
            <a:solidFill>
              <a:srgbClr val="192F59">
                <a:alpha val="78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910C576F-06E8-3B7D-3CBC-76070096C672}"/>
                </a:ext>
              </a:extLst>
            </p:cNvPr>
            <p:cNvSpPr/>
            <p:nvPr userDrawn="1"/>
          </p:nvSpPr>
          <p:spPr>
            <a:xfrm>
              <a:off x="0" y="4584382"/>
              <a:ext cx="9144000" cy="88583"/>
            </a:xfrm>
            <a:prstGeom prst="rect">
              <a:avLst/>
            </a:prstGeom>
            <a:solidFill>
              <a:srgbClr val="EAC357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51BF5D2E-2185-BD62-4B6E-961C9988D686}"/>
                </a:ext>
              </a:extLst>
            </p:cNvPr>
            <p:cNvSpPr/>
            <p:nvPr userDrawn="1"/>
          </p:nvSpPr>
          <p:spPr>
            <a:xfrm>
              <a:off x="0" y="2025015"/>
              <a:ext cx="9144000" cy="88583"/>
            </a:xfrm>
            <a:prstGeom prst="rect">
              <a:avLst/>
            </a:prstGeom>
            <a:solidFill>
              <a:srgbClr val="EAC357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B3627F98-4647-CC54-871C-7DC9C7BF7E5D}"/>
              </a:ext>
            </a:extLst>
          </p:cNvPr>
          <p:cNvCxnSpPr/>
          <p:nvPr userDrawn="1"/>
        </p:nvCxnSpPr>
        <p:spPr>
          <a:xfrm>
            <a:off x="3752772" y="205406"/>
            <a:ext cx="0" cy="18497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0554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>
            <a:extLst>
              <a:ext uri="{FF2B5EF4-FFF2-40B4-BE49-F238E27FC236}">
                <a16:creationId xmlns:a16="http://schemas.microsoft.com/office/drawing/2014/main" id="{27E6A8F0-A3F0-EB27-A6DA-7F28D3A03595}"/>
              </a:ext>
            </a:extLst>
          </p:cNvPr>
          <p:cNvGrpSpPr/>
          <p:nvPr userDrawn="1"/>
        </p:nvGrpSpPr>
        <p:grpSpPr>
          <a:xfrm>
            <a:off x="52283" y="676150"/>
            <a:ext cx="79399" cy="415768"/>
            <a:chOff x="905688" y="2599004"/>
            <a:chExt cx="79399" cy="415768"/>
          </a:xfrm>
        </p:grpSpPr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721C6514-DF3E-77A0-0847-31D91BF63FE1}"/>
                </a:ext>
              </a:extLst>
            </p:cNvPr>
            <p:cNvCxnSpPr/>
            <p:nvPr/>
          </p:nvCxnSpPr>
          <p:spPr>
            <a:xfrm>
              <a:off x="930331" y="2726772"/>
              <a:ext cx="0" cy="288000"/>
            </a:xfrm>
            <a:prstGeom prst="line">
              <a:avLst/>
            </a:prstGeom>
            <a:ln w="28575">
              <a:solidFill>
                <a:srgbClr val="2228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F5FB2A54-B5B7-88E4-F052-5231C522E5CF}"/>
                </a:ext>
              </a:extLst>
            </p:cNvPr>
            <p:cNvCxnSpPr/>
            <p:nvPr/>
          </p:nvCxnSpPr>
          <p:spPr>
            <a:xfrm>
              <a:off x="985087" y="2694975"/>
              <a:ext cx="0" cy="216000"/>
            </a:xfrm>
            <a:prstGeom prst="line">
              <a:avLst/>
            </a:prstGeom>
            <a:ln w="28575">
              <a:solidFill>
                <a:srgbClr val="2228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7E0352E4-85DD-F29F-2481-09D6CB8F10C4}"/>
                </a:ext>
              </a:extLst>
            </p:cNvPr>
            <p:cNvSpPr/>
            <p:nvPr/>
          </p:nvSpPr>
          <p:spPr>
            <a:xfrm>
              <a:off x="905688" y="2599004"/>
              <a:ext cx="54000" cy="54000"/>
            </a:xfrm>
            <a:prstGeom prst="ellipse">
              <a:avLst/>
            </a:prstGeom>
            <a:solidFill>
              <a:srgbClr val="22283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EEC9101C-A1A0-FB0F-7A9C-4971D645189D}"/>
              </a:ext>
            </a:extLst>
          </p:cNvPr>
          <p:cNvGrpSpPr/>
          <p:nvPr userDrawn="1"/>
        </p:nvGrpSpPr>
        <p:grpSpPr>
          <a:xfrm>
            <a:off x="8951388" y="6221731"/>
            <a:ext cx="84139" cy="415724"/>
            <a:chOff x="10895227" y="5016308"/>
            <a:chExt cx="84139" cy="415724"/>
          </a:xfrm>
        </p:grpSpPr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8CD20ABB-7CAB-3012-EB57-AEC91DA3B6B6}"/>
                </a:ext>
              </a:extLst>
            </p:cNvPr>
            <p:cNvCxnSpPr/>
            <p:nvPr/>
          </p:nvCxnSpPr>
          <p:spPr>
            <a:xfrm>
              <a:off x="10950009" y="5016308"/>
              <a:ext cx="0" cy="288000"/>
            </a:xfrm>
            <a:prstGeom prst="line">
              <a:avLst/>
            </a:prstGeom>
            <a:ln w="28575">
              <a:solidFill>
                <a:srgbClr val="2228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49F35B63-65E8-5B34-C567-D91C9324E74E}"/>
                </a:ext>
              </a:extLst>
            </p:cNvPr>
            <p:cNvCxnSpPr/>
            <p:nvPr/>
          </p:nvCxnSpPr>
          <p:spPr>
            <a:xfrm>
              <a:off x="10895227" y="5121433"/>
              <a:ext cx="0" cy="216000"/>
            </a:xfrm>
            <a:prstGeom prst="line">
              <a:avLst/>
            </a:prstGeom>
            <a:ln w="28575">
              <a:solidFill>
                <a:srgbClr val="2228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342D4857-2F20-7E6C-DBEB-F1165490E1D6}"/>
                </a:ext>
              </a:extLst>
            </p:cNvPr>
            <p:cNvSpPr/>
            <p:nvPr/>
          </p:nvSpPr>
          <p:spPr>
            <a:xfrm>
              <a:off x="10925366" y="5378032"/>
              <a:ext cx="54000" cy="54000"/>
            </a:xfrm>
            <a:prstGeom prst="ellipse">
              <a:avLst/>
            </a:prstGeom>
            <a:solidFill>
              <a:srgbClr val="22283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C764EAA3-7867-7A04-BE09-CE2B101963D2}"/>
              </a:ext>
            </a:extLst>
          </p:cNvPr>
          <p:cNvGrpSpPr/>
          <p:nvPr userDrawn="1"/>
        </p:nvGrpSpPr>
        <p:grpSpPr>
          <a:xfrm>
            <a:off x="108473" y="6431736"/>
            <a:ext cx="191887" cy="205719"/>
            <a:chOff x="922813" y="5251110"/>
            <a:chExt cx="254674" cy="273031"/>
          </a:xfrm>
        </p:grpSpPr>
        <p:sp>
          <p:nvSpPr>
            <p:cNvPr id="30" name="矩形 32">
              <a:extLst>
                <a:ext uri="{FF2B5EF4-FFF2-40B4-BE49-F238E27FC236}">
                  <a16:creationId xmlns:a16="http://schemas.microsoft.com/office/drawing/2014/main" id="{A2D1D49D-FD0F-9B2A-EA24-50EF6776DF8B}"/>
                </a:ext>
              </a:extLst>
            </p:cNvPr>
            <p:cNvSpPr/>
            <p:nvPr/>
          </p:nvSpPr>
          <p:spPr>
            <a:xfrm rot="20775199">
              <a:off x="922813" y="5314698"/>
              <a:ext cx="209443" cy="209443"/>
            </a:xfrm>
            <a:custGeom>
              <a:avLst/>
              <a:gdLst>
                <a:gd name="connsiteX0" fmla="*/ 10800 w 360000"/>
                <a:gd name="connsiteY0" fmla="*/ 0 h 360000"/>
                <a:gd name="connsiteX1" fmla="*/ 349200 w 360000"/>
                <a:gd name="connsiteY1" fmla="*/ 0 h 360000"/>
                <a:gd name="connsiteX2" fmla="*/ 360000 w 360000"/>
                <a:gd name="connsiteY2" fmla="*/ 10800 h 360000"/>
                <a:gd name="connsiteX3" fmla="*/ 360000 w 360000"/>
                <a:gd name="connsiteY3" fmla="*/ 349200 h 360000"/>
                <a:gd name="connsiteX4" fmla="*/ 349200 w 360000"/>
                <a:gd name="connsiteY4" fmla="*/ 360000 h 360000"/>
                <a:gd name="connsiteX5" fmla="*/ 10800 w 360000"/>
                <a:gd name="connsiteY5" fmla="*/ 360000 h 360000"/>
                <a:gd name="connsiteX6" fmla="*/ 0 w 360000"/>
                <a:gd name="connsiteY6" fmla="*/ 349200 h 360000"/>
                <a:gd name="connsiteX7" fmla="*/ 0 w 360000"/>
                <a:gd name="connsiteY7" fmla="*/ 10800 h 360000"/>
                <a:gd name="connsiteX8" fmla="*/ 10800 w 360000"/>
                <a:gd name="connsiteY8" fmla="*/ 0 h 3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0000" h="360000">
                  <a:moveTo>
                    <a:pt x="10800" y="0"/>
                  </a:moveTo>
                  <a:lnTo>
                    <a:pt x="349200" y="0"/>
                  </a:lnTo>
                  <a:cubicBezTo>
                    <a:pt x="355161" y="0"/>
                    <a:pt x="360000" y="4839"/>
                    <a:pt x="360000" y="10800"/>
                  </a:cubicBezTo>
                  <a:lnTo>
                    <a:pt x="360000" y="349200"/>
                  </a:lnTo>
                  <a:cubicBezTo>
                    <a:pt x="360000" y="355161"/>
                    <a:pt x="355161" y="360000"/>
                    <a:pt x="349200" y="360000"/>
                  </a:cubicBezTo>
                  <a:lnTo>
                    <a:pt x="10800" y="360000"/>
                  </a:lnTo>
                  <a:cubicBezTo>
                    <a:pt x="4838" y="360000"/>
                    <a:pt x="0" y="355161"/>
                    <a:pt x="0" y="349200"/>
                  </a:cubicBezTo>
                  <a:lnTo>
                    <a:pt x="0" y="10800"/>
                  </a:lnTo>
                  <a:cubicBezTo>
                    <a:pt x="0" y="4839"/>
                    <a:pt x="4838" y="0"/>
                    <a:pt x="10800" y="0"/>
                  </a:cubicBezTo>
                </a:path>
              </a:pathLst>
            </a:custGeom>
            <a:solidFill>
              <a:schemeClr val="bg1"/>
            </a:solidFill>
            <a:ln w="12700">
              <a:solidFill>
                <a:srgbClr val="393E46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31" name="矩形 26">
              <a:extLst>
                <a:ext uri="{FF2B5EF4-FFF2-40B4-BE49-F238E27FC236}">
                  <a16:creationId xmlns:a16="http://schemas.microsoft.com/office/drawing/2014/main" id="{1D118CB6-27A7-805E-688F-E9D1A3DEB1E0}"/>
                </a:ext>
              </a:extLst>
            </p:cNvPr>
            <p:cNvSpPr/>
            <p:nvPr/>
          </p:nvSpPr>
          <p:spPr>
            <a:xfrm rot="20775199">
              <a:off x="968044" y="5251110"/>
              <a:ext cx="209443" cy="209443"/>
            </a:xfrm>
            <a:custGeom>
              <a:avLst/>
              <a:gdLst>
                <a:gd name="connsiteX0" fmla="*/ 10800 w 344953"/>
                <a:gd name="connsiteY0" fmla="*/ 0 h 344953"/>
                <a:gd name="connsiteX1" fmla="*/ 334153 w 344953"/>
                <a:gd name="connsiteY1" fmla="*/ 0 h 344953"/>
                <a:gd name="connsiteX2" fmla="*/ 344953 w 344953"/>
                <a:gd name="connsiteY2" fmla="*/ 10800 h 344953"/>
                <a:gd name="connsiteX3" fmla="*/ 344953 w 344953"/>
                <a:gd name="connsiteY3" fmla="*/ 334153 h 344953"/>
                <a:gd name="connsiteX4" fmla="*/ 334153 w 344953"/>
                <a:gd name="connsiteY4" fmla="*/ 344953 h 344953"/>
                <a:gd name="connsiteX5" fmla="*/ 10800 w 344953"/>
                <a:gd name="connsiteY5" fmla="*/ 344953 h 344953"/>
                <a:gd name="connsiteX6" fmla="*/ 0 w 344953"/>
                <a:gd name="connsiteY6" fmla="*/ 334153 h 344953"/>
                <a:gd name="connsiteX7" fmla="*/ 0 w 344953"/>
                <a:gd name="connsiteY7" fmla="*/ 10800 h 344953"/>
                <a:gd name="connsiteX8" fmla="*/ 10800 w 344953"/>
                <a:gd name="connsiteY8" fmla="*/ 0 h 344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4953" h="344953">
                  <a:moveTo>
                    <a:pt x="10800" y="0"/>
                  </a:moveTo>
                  <a:lnTo>
                    <a:pt x="334153" y="0"/>
                  </a:lnTo>
                  <a:cubicBezTo>
                    <a:pt x="340115" y="0"/>
                    <a:pt x="344953" y="4839"/>
                    <a:pt x="344953" y="10800"/>
                  </a:cubicBezTo>
                  <a:lnTo>
                    <a:pt x="344953" y="334153"/>
                  </a:lnTo>
                  <a:cubicBezTo>
                    <a:pt x="344953" y="340115"/>
                    <a:pt x="340115" y="344953"/>
                    <a:pt x="334153" y="344953"/>
                  </a:cubicBezTo>
                  <a:lnTo>
                    <a:pt x="10800" y="344953"/>
                  </a:lnTo>
                  <a:cubicBezTo>
                    <a:pt x="4838" y="344953"/>
                    <a:pt x="0" y="340115"/>
                    <a:pt x="0" y="334153"/>
                  </a:cubicBezTo>
                  <a:lnTo>
                    <a:pt x="0" y="10800"/>
                  </a:lnTo>
                  <a:cubicBezTo>
                    <a:pt x="0" y="4839"/>
                    <a:pt x="4838" y="0"/>
                    <a:pt x="10800" y="0"/>
                  </a:cubicBezTo>
                </a:path>
              </a:pathLst>
            </a:custGeom>
            <a:solidFill>
              <a:srgbClr val="FEED04"/>
            </a:solidFill>
            <a:ln w="12700">
              <a:solidFill>
                <a:srgbClr val="393E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803F517D-287F-7D91-56D9-FD02EF0CC71C}"/>
              </a:ext>
            </a:extLst>
          </p:cNvPr>
          <p:cNvGrpSpPr/>
          <p:nvPr userDrawn="1"/>
        </p:nvGrpSpPr>
        <p:grpSpPr>
          <a:xfrm>
            <a:off x="-20955" y="0"/>
            <a:ext cx="9163049" cy="652918"/>
            <a:chOff x="-20955" y="0"/>
            <a:chExt cx="9163049" cy="652918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EF71D7D5-B21A-0B4C-60E9-D037393DC4DD}"/>
                </a:ext>
              </a:extLst>
            </p:cNvPr>
            <p:cNvSpPr/>
            <p:nvPr userDrawn="1"/>
          </p:nvSpPr>
          <p:spPr>
            <a:xfrm flipV="1">
              <a:off x="2197" y="581346"/>
              <a:ext cx="9139897" cy="7157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lumMod val="20000"/>
                    <a:lumOff val="80000"/>
                  </a:schemeClr>
                </a:gs>
                <a:gs pos="30000">
                  <a:schemeClr val="bg2"/>
                </a:gs>
              </a:gsLst>
              <a:lin ang="8100000" scaled="1"/>
              <a:tileRect/>
            </a:gradFill>
            <a:ln>
              <a:noFill/>
            </a:ln>
            <a:effectLst>
              <a:outerShdw blurRad="38100" sx="101000" sy="101000" algn="ctr" rotWithShape="0">
                <a:schemeClr val="bg2">
                  <a:lumMod val="9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A6B7FABC-6259-25FE-4C95-8D5886141B90}"/>
                </a:ext>
              </a:extLst>
            </p:cNvPr>
            <p:cNvGrpSpPr/>
            <p:nvPr userDrawn="1"/>
          </p:nvGrpSpPr>
          <p:grpSpPr>
            <a:xfrm>
              <a:off x="-20955" y="0"/>
              <a:ext cx="9162758" cy="581346"/>
              <a:chOff x="-20955" y="0"/>
              <a:chExt cx="9162758" cy="581346"/>
            </a:xfrm>
          </p:grpSpPr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42E64876-2519-A978-1232-80FF292E259D}"/>
                  </a:ext>
                </a:extLst>
              </p:cNvPr>
              <p:cNvSpPr/>
              <p:nvPr userDrawn="1"/>
            </p:nvSpPr>
            <p:spPr>
              <a:xfrm>
                <a:off x="2889645" y="0"/>
                <a:ext cx="6252158" cy="581345"/>
              </a:xfrm>
              <a:prstGeom prst="rect">
                <a:avLst/>
              </a:prstGeom>
              <a:solidFill>
                <a:srgbClr val="192F59"/>
              </a:solidFill>
              <a:ln w="25400" cap="flat" cmpd="sng" algn="ctr">
                <a:noFill/>
                <a:prstDash val="solid"/>
              </a:ln>
              <a:effectLst>
                <a:outerShdw blurRad="355600" dist="190500" dir="5400000" algn="t" rotWithShape="0">
                  <a:prstClr val="black">
                    <a:alpha val="11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zh-CN" altLang="en-US" kern="0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EA2D234A-2708-B1BE-7E23-73442F7EDDCE}"/>
                  </a:ext>
                </a:extLst>
              </p:cNvPr>
              <p:cNvSpPr/>
              <p:nvPr userDrawn="1"/>
            </p:nvSpPr>
            <p:spPr>
              <a:xfrm>
                <a:off x="2889647" y="0"/>
                <a:ext cx="949692" cy="581346"/>
              </a:xfrm>
              <a:prstGeom prst="rect">
                <a:avLst/>
              </a:prstGeom>
              <a:solidFill>
                <a:srgbClr val="EFC657">
                  <a:alpha val="9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FD20C015-07F2-7733-A01C-AF05EE29AB87}"/>
                  </a:ext>
                </a:extLst>
              </p:cNvPr>
              <p:cNvSpPr txBox="1"/>
              <p:nvPr userDrawn="1"/>
            </p:nvSpPr>
            <p:spPr>
              <a:xfrm>
                <a:off x="3839338" y="106006"/>
                <a:ext cx="11849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1800" b="1" spc="15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学习目标</a:t>
                </a:r>
              </a:p>
            </p:txBody>
          </p: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E006DFC3-7FCB-6A06-D8F8-D9C3C35C17FA}"/>
                  </a:ext>
                </a:extLst>
              </p:cNvPr>
              <p:cNvCxnSpPr/>
              <p:nvPr userDrawn="1"/>
            </p:nvCxnSpPr>
            <p:spPr>
              <a:xfrm>
                <a:off x="5849860" y="205406"/>
                <a:ext cx="0" cy="184973"/>
              </a:xfrm>
              <a:prstGeom prst="line">
                <a:avLst/>
              </a:prstGeom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68779BBF-4439-2AC3-AA5E-9D40770D6A02}"/>
                  </a:ext>
                </a:extLst>
              </p:cNvPr>
              <p:cNvCxnSpPr/>
              <p:nvPr userDrawn="1"/>
            </p:nvCxnSpPr>
            <p:spPr>
              <a:xfrm>
                <a:off x="7163452" y="205406"/>
                <a:ext cx="0" cy="184973"/>
              </a:xfrm>
              <a:prstGeom prst="line">
                <a:avLst/>
              </a:prstGeom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A41C56BC-756F-6A78-46C6-ECD8D38B8980}"/>
                  </a:ext>
                </a:extLst>
              </p:cNvPr>
              <p:cNvCxnSpPr/>
              <p:nvPr userDrawn="1"/>
            </p:nvCxnSpPr>
            <p:spPr>
              <a:xfrm>
                <a:off x="8101220" y="205406"/>
                <a:ext cx="0" cy="184973"/>
              </a:xfrm>
              <a:prstGeom prst="line">
                <a:avLst/>
              </a:prstGeom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F8F1E3D6-8D70-349F-DDCB-F325F29DC006}"/>
                  </a:ext>
                </a:extLst>
              </p:cNvPr>
              <p:cNvSpPr txBox="1"/>
              <p:nvPr userDrawn="1"/>
            </p:nvSpPr>
            <p:spPr>
              <a:xfrm>
                <a:off x="5122739" y="100861"/>
                <a:ext cx="6848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1800" b="1" spc="15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前测</a:t>
                </a:r>
              </a:p>
            </p:txBody>
          </p: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7856FEF0-B7BF-499F-167B-013A5F2B9F18}"/>
                  </a:ext>
                </a:extLst>
              </p:cNvPr>
              <p:cNvSpPr txBox="1"/>
              <p:nvPr userDrawn="1"/>
            </p:nvSpPr>
            <p:spPr>
              <a:xfrm>
                <a:off x="7289935" y="100861"/>
                <a:ext cx="6848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1800" b="1" spc="15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后测</a:t>
                </a:r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A2411550-8E51-280C-A002-961AF5F3050F}"/>
                  </a:ext>
                </a:extLst>
              </p:cNvPr>
              <p:cNvSpPr txBox="1"/>
              <p:nvPr userDrawn="1"/>
            </p:nvSpPr>
            <p:spPr>
              <a:xfrm>
                <a:off x="8227703" y="94804"/>
                <a:ext cx="6848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1800" b="1" spc="15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总结</a:t>
                </a:r>
                <a:endParaRPr lang="zh-CN" altLang="en-US" sz="2200" b="1" spc="15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8A4B6458-5B40-3D75-59A0-0E47074B0DEB}"/>
                  </a:ext>
                </a:extLst>
              </p:cNvPr>
              <p:cNvSpPr txBox="1"/>
              <p:nvPr userDrawn="1"/>
            </p:nvSpPr>
            <p:spPr>
              <a:xfrm>
                <a:off x="3013010" y="106006"/>
                <a:ext cx="6848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1800" b="1" spc="150" dirty="0">
                    <a:solidFill>
                      <a:srgbClr val="192F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导入</a:t>
                </a:r>
              </a:p>
            </p:txBody>
          </p:sp>
          <p:pic>
            <p:nvPicPr>
              <p:cNvPr id="33" name="图片 32" descr="齐鲁理工logo">
                <a:extLst>
                  <a:ext uri="{FF2B5EF4-FFF2-40B4-BE49-F238E27FC236}">
                    <a16:creationId xmlns:a16="http://schemas.microsoft.com/office/drawing/2014/main" id="{84122FC4-A59B-A252-B3B9-B245A0BA4538}"/>
                  </a:ext>
                </a:extLst>
              </p:cNvPr>
              <p:cNvPicPr>
                <a:picLocks noChangeAspect="1" noChangeArrowheads="1"/>
              </p:cNvPicPr>
              <p:nvPr userDrawn="1">
                <p:custDataLst>
                  <p:tags r:id="rId1"/>
                </p:custDataLst>
              </p:nvPr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-20955" y="71500"/>
                <a:ext cx="2716801" cy="48661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cxnSp>
            <p:nvCxnSpPr>
              <p:cNvPr id="7" name="直接连接符 6">
                <a:extLst>
                  <a:ext uri="{FF2B5EF4-FFF2-40B4-BE49-F238E27FC236}">
                    <a16:creationId xmlns:a16="http://schemas.microsoft.com/office/drawing/2014/main" id="{49C74927-2A1B-A5B7-D81A-0E4292D27117}"/>
                  </a:ext>
                </a:extLst>
              </p:cNvPr>
              <p:cNvCxnSpPr/>
              <p:nvPr userDrawn="1"/>
            </p:nvCxnSpPr>
            <p:spPr>
              <a:xfrm>
                <a:off x="5054522" y="205406"/>
                <a:ext cx="0" cy="184973"/>
              </a:xfrm>
              <a:prstGeom prst="line">
                <a:avLst/>
              </a:prstGeom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835E37FE-2DB8-9C14-899D-402295F21A29}"/>
              </a:ext>
            </a:extLst>
          </p:cNvPr>
          <p:cNvSpPr txBox="1"/>
          <p:nvPr userDrawn="1"/>
        </p:nvSpPr>
        <p:spPr>
          <a:xfrm>
            <a:off x="5811077" y="100861"/>
            <a:ext cx="1435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8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参与式学习</a:t>
            </a:r>
          </a:p>
        </p:txBody>
      </p:sp>
    </p:spTree>
    <p:extLst>
      <p:ext uri="{BB962C8B-B14F-4D97-AF65-F5344CB8AC3E}">
        <p14:creationId xmlns:p14="http://schemas.microsoft.com/office/powerpoint/2010/main" val="3495707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知识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5730A799-7363-486A-7B71-9F39868A0DBB}"/>
              </a:ext>
            </a:extLst>
          </p:cNvPr>
          <p:cNvGrpSpPr/>
          <p:nvPr userDrawn="1"/>
        </p:nvGrpSpPr>
        <p:grpSpPr>
          <a:xfrm>
            <a:off x="52283" y="676150"/>
            <a:ext cx="79399" cy="415768"/>
            <a:chOff x="905688" y="2599004"/>
            <a:chExt cx="79399" cy="415768"/>
          </a:xfrm>
        </p:grpSpPr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C9867214-CE72-20A8-A721-2246325B5F4A}"/>
                </a:ext>
              </a:extLst>
            </p:cNvPr>
            <p:cNvCxnSpPr/>
            <p:nvPr/>
          </p:nvCxnSpPr>
          <p:spPr>
            <a:xfrm>
              <a:off x="930331" y="2726772"/>
              <a:ext cx="0" cy="288000"/>
            </a:xfrm>
            <a:prstGeom prst="line">
              <a:avLst/>
            </a:prstGeom>
            <a:ln w="28575">
              <a:solidFill>
                <a:srgbClr val="2228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EDB3A887-03E0-80BF-EEA9-877CE4E702A5}"/>
                </a:ext>
              </a:extLst>
            </p:cNvPr>
            <p:cNvCxnSpPr/>
            <p:nvPr/>
          </p:nvCxnSpPr>
          <p:spPr>
            <a:xfrm>
              <a:off x="985087" y="2694975"/>
              <a:ext cx="0" cy="216000"/>
            </a:xfrm>
            <a:prstGeom prst="line">
              <a:avLst/>
            </a:prstGeom>
            <a:ln w="28575">
              <a:solidFill>
                <a:srgbClr val="2228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D16AEF63-7FA3-DE73-8264-2DB8A9C9B8A0}"/>
                </a:ext>
              </a:extLst>
            </p:cNvPr>
            <p:cNvSpPr/>
            <p:nvPr/>
          </p:nvSpPr>
          <p:spPr>
            <a:xfrm>
              <a:off x="905688" y="2599004"/>
              <a:ext cx="54000" cy="54000"/>
            </a:xfrm>
            <a:prstGeom prst="ellipse">
              <a:avLst/>
            </a:prstGeom>
            <a:solidFill>
              <a:srgbClr val="22283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ADD337A7-D7EE-0639-A3DD-18E8BCE48D71}"/>
              </a:ext>
            </a:extLst>
          </p:cNvPr>
          <p:cNvGrpSpPr/>
          <p:nvPr userDrawn="1"/>
        </p:nvGrpSpPr>
        <p:grpSpPr>
          <a:xfrm>
            <a:off x="8951388" y="6221731"/>
            <a:ext cx="84139" cy="415724"/>
            <a:chOff x="10895227" y="5016308"/>
            <a:chExt cx="84139" cy="415724"/>
          </a:xfrm>
        </p:grpSpPr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B9A12CB7-B2F5-F009-0100-92A58AD65382}"/>
                </a:ext>
              </a:extLst>
            </p:cNvPr>
            <p:cNvCxnSpPr/>
            <p:nvPr/>
          </p:nvCxnSpPr>
          <p:spPr>
            <a:xfrm>
              <a:off x="10950009" y="5016308"/>
              <a:ext cx="0" cy="288000"/>
            </a:xfrm>
            <a:prstGeom prst="line">
              <a:avLst/>
            </a:prstGeom>
            <a:ln w="28575">
              <a:solidFill>
                <a:srgbClr val="2228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068CBF83-6D24-ACC4-731E-C311AE7484CE}"/>
                </a:ext>
              </a:extLst>
            </p:cNvPr>
            <p:cNvCxnSpPr/>
            <p:nvPr/>
          </p:nvCxnSpPr>
          <p:spPr>
            <a:xfrm>
              <a:off x="10895227" y="5121433"/>
              <a:ext cx="0" cy="216000"/>
            </a:xfrm>
            <a:prstGeom prst="line">
              <a:avLst/>
            </a:prstGeom>
            <a:ln w="28575">
              <a:solidFill>
                <a:srgbClr val="2228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B59B8ACD-1CAD-D538-971A-0BC9E4887525}"/>
                </a:ext>
              </a:extLst>
            </p:cNvPr>
            <p:cNvSpPr/>
            <p:nvPr/>
          </p:nvSpPr>
          <p:spPr>
            <a:xfrm>
              <a:off x="10925366" y="5378032"/>
              <a:ext cx="54000" cy="54000"/>
            </a:xfrm>
            <a:prstGeom prst="ellipse">
              <a:avLst/>
            </a:prstGeom>
            <a:solidFill>
              <a:srgbClr val="22283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3381F4BD-5C4B-7C46-F065-07BF578C7BF6}"/>
              </a:ext>
            </a:extLst>
          </p:cNvPr>
          <p:cNvGrpSpPr/>
          <p:nvPr userDrawn="1"/>
        </p:nvGrpSpPr>
        <p:grpSpPr>
          <a:xfrm>
            <a:off x="108473" y="6431736"/>
            <a:ext cx="191887" cy="205719"/>
            <a:chOff x="922813" y="5251110"/>
            <a:chExt cx="254674" cy="273031"/>
          </a:xfrm>
        </p:grpSpPr>
        <p:sp>
          <p:nvSpPr>
            <p:cNvPr id="36" name="矩形 32">
              <a:extLst>
                <a:ext uri="{FF2B5EF4-FFF2-40B4-BE49-F238E27FC236}">
                  <a16:creationId xmlns:a16="http://schemas.microsoft.com/office/drawing/2014/main" id="{568BD012-3E66-894E-CEE7-1192E720175B}"/>
                </a:ext>
              </a:extLst>
            </p:cNvPr>
            <p:cNvSpPr/>
            <p:nvPr/>
          </p:nvSpPr>
          <p:spPr>
            <a:xfrm rot="20775199">
              <a:off x="922813" y="5314698"/>
              <a:ext cx="209443" cy="209443"/>
            </a:xfrm>
            <a:custGeom>
              <a:avLst/>
              <a:gdLst>
                <a:gd name="connsiteX0" fmla="*/ 10800 w 360000"/>
                <a:gd name="connsiteY0" fmla="*/ 0 h 360000"/>
                <a:gd name="connsiteX1" fmla="*/ 349200 w 360000"/>
                <a:gd name="connsiteY1" fmla="*/ 0 h 360000"/>
                <a:gd name="connsiteX2" fmla="*/ 360000 w 360000"/>
                <a:gd name="connsiteY2" fmla="*/ 10800 h 360000"/>
                <a:gd name="connsiteX3" fmla="*/ 360000 w 360000"/>
                <a:gd name="connsiteY3" fmla="*/ 349200 h 360000"/>
                <a:gd name="connsiteX4" fmla="*/ 349200 w 360000"/>
                <a:gd name="connsiteY4" fmla="*/ 360000 h 360000"/>
                <a:gd name="connsiteX5" fmla="*/ 10800 w 360000"/>
                <a:gd name="connsiteY5" fmla="*/ 360000 h 360000"/>
                <a:gd name="connsiteX6" fmla="*/ 0 w 360000"/>
                <a:gd name="connsiteY6" fmla="*/ 349200 h 360000"/>
                <a:gd name="connsiteX7" fmla="*/ 0 w 360000"/>
                <a:gd name="connsiteY7" fmla="*/ 10800 h 360000"/>
                <a:gd name="connsiteX8" fmla="*/ 10800 w 360000"/>
                <a:gd name="connsiteY8" fmla="*/ 0 h 3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0000" h="360000">
                  <a:moveTo>
                    <a:pt x="10800" y="0"/>
                  </a:moveTo>
                  <a:lnTo>
                    <a:pt x="349200" y="0"/>
                  </a:lnTo>
                  <a:cubicBezTo>
                    <a:pt x="355161" y="0"/>
                    <a:pt x="360000" y="4839"/>
                    <a:pt x="360000" y="10800"/>
                  </a:cubicBezTo>
                  <a:lnTo>
                    <a:pt x="360000" y="349200"/>
                  </a:lnTo>
                  <a:cubicBezTo>
                    <a:pt x="360000" y="355161"/>
                    <a:pt x="355161" y="360000"/>
                    <a:pt x="349200" y="360000"/>
                  </a:cubicBezTo>
                  <a:lnTo>
                    <a:pt x="10800" y="360000"/>
                  </a:lnTo>
                  <a:cubicBezTo>
                    <a:pt x="4838" y="360000"/>
                    <a:pt x="0" y="355161"/>
                    <a:pt x="0" y="349200"/>
                  </a:cubicBezTo>
                  <a:lnTo>
                    <a:pt x="0" y="10800"/>
                  </a:lnTo>
                  <a:cubicBezTo>
                    <a:pt x="0" y="4839"/>
                    <a:pt x="4838" y="0"/>
                    <a:pt x="10800" y="0"/>
                  </a:cubicBezTo>
                </a:path>
              </a:pathLst>
            </a:custGeom>
            <a:solidFill>
              <a:schemeClr val="bg1"/>
            </a:solidFill>
            <a:ln w="12700">
              <a:solidFill>
                <a:srgbClr val="393E46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37" name="矩形 26">
              <a:extLst>
                <a:ext uri="{FF2B5EF4-FFF2-40B4-BE49-F238E27FC236}">
                  <a16:creationId xmlns:a16="http://schemas.microsoft.com/office/drawing/2014/main" id="{DE3B95B4-D796-1AD1-7C8D-A15A0E20026E}"/>
                </a:ext>
              </a:extLst>
            </p:cNvPr>
            <p:cNvSpPr/>
            <p:nvPr/>
          </p:nvSpPr>
          <p:spPr>
            <a:xfrm rot="20775199">
              <a:off x="968044" y="5251110"/>
              <a:ext cx="209443" cy="209443"/>
            </a:xfrm>
            <a:custGeom>
              <a:avLst/>
              <a:gdLst>
                <a:gd name="connsiteX0" fmla="*/ 10800 w 344953"/>
                <a:gd name="connsiteY0" fmla="*/ 0 h 344953"/>
                <a:gd name="connsiteX1" fmla="*/ 334153 w 344953"/>
                <a:gd name="connsiteY1" fmla="*/ 0 h 344953"/>
                <a:gd name="connsiteX2" fmla="*/ 344953 w 344953"/>
                <a:gd name="connsiteY2" fmla="*/ 10800 h 344953"/>
                <a:gd name="connsiteX3" fmla="*/ 344953 w 344953"/>
                <a:gd name="connsiteY3" fmla="*/ 334153 h 344953"/>
                <a:gd name="connsiteX4" fmla="*/ 334153 w 344953"/>
                <a:gd name="connsiteY4" fmla="*/ 344953 h 344953"/>
                <a:gd name="connsiteX5" fmla="*/ 10800 w 344953"/>
                <a:gd name="connsiteY5" fmla="*/ 344953 h 344953"/>
                <a:gd name="connsiteX6" fmla="*/ 0 w 344953"/>
                <a:gd name="connsiteY6" fmla="*/ 334153 h 344953"/>
                <a:gd name="connsiteX7" fmla="*/ 0 w 344953"/>
                <a:gd name="connsiteY7" fmla="*/ 10800 h 344953"/>
                <a:gd name="connsiteX8" fmla="*/ 10800 w 344953"/>
                <a:gd name="connsiteY8" fmla="*/ 0 h 344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4953" h="344953">
                  <a:moveTo>
                    <a:pt x="10800" y="0"/>
                  </a:moveTo>
                  <a:lnTo>
                    <a:pt x="334153" y="0"/>
                  </a:lnTo>
                  <a:cubicBezTo>
                    <a:pt x="340115" y="0"/>
                    <a:pt x="344953" y="4839"/>
                    <a:pt x="344953" y="10800"/>
                  </a:cubicBezTo>
                  <a:lnTo>
                    <a:pt x="344953" y="334153"/>
                  </a:lnTo>
                  <a:cubicBezTo>
                    <a:pt x="344953" y="340115"/>
                    <a:pt x="340115" y="344953"/>
                    <a:pt x="334153" y="344953"/>
                  </a:cubicBezTo>
                  <a:lnTo>
                    <a:pt x="10800" y="344953"/>
                  </a:lnTo>
                  <a:cubicBezTo>
                    <a:pt x="4838" y="344953"/>
                    <a:pt x="0" y="340115"/>
                    <a:pt x="0" y="334153"/>
                  </a:cubicBezTo>
                  <a:lnTo>
                    <a:pt x="0" y="10800"/>
                  </a:lnTo>
                  <a:cubicBezTo>
                    <a:pt x="0" y="4839"/>
                    <a:pt x="4838" y="0"/>
                    <a:pt x="10800" y="0"/>
                  </a:cubicBezTo>
                </a:path>
              </a:pathLst>
            </a:custGeom>
            <a:solidFill>
              <a:srgbClr val="FEED04"/>
            </a:solidFill>
            <a:ln w="12700">
              <a:solidFill>
                <a:srgbClr val="393E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E37DF8C3-3EB4-56FC-4665-E64153C0ECFE}"/>
              </a:ext>
            </a:extLst>
          </p:cNvPr>
          <p:cNvGrpSpPr/>
          <p:nvPr userDrawn="1"/>
        </p:nvGrpSpPr>
        <p:grpSpPr>
          <a:xfrm>
            <a:off x="-20955" y="-4722"/>
            <a:ext cx="9163049" cy="657640"/>
            <a:chOff x="-20955" y="-4722"/>
            <a:chExt cx="9163049" cy="657640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40C1BDC0-0385-B08A-6553-01EBF70E96C2}"/>
                </a:ext>
              </a:extLst>
            </p:cNvPr>
            <p:cNvSpPr/>
            <p:nvPr userDrawn="1"/>
          </p:nvSpPr>
          <p:spPr>
            <a:xfrm flipV="1">
              <a:off x="2197" y="581346"/>
              <a:ext cx="9139897" cy="7157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lumMod val="20000"/>
                    <a:lumOff val="80000"/>
                  </a:schemeClr>
                </a:gs>
                <a:gs pos="30000">
                  <a:schemeClr val="bg2"/>
                </a:gs>
              </a:gsLst>
              <a:lin ang="8100000" scaled="1"/>
              <a:tileRect/>
            </a:gradFill>
            <a:ln>
              <a:noFill/>
            </a:ln>
            <a:effectLst>
              <a:outerShdw blurRad="38100" sx="101000" sy="101000" algn="ctr" rotWithShape="0">
                <a:schemeClr val="bg2">
                  <a:lumMod val="9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F1413E76-3DAF-C2B9-4A3D-96AB26C4B8EA}"/>
                </a:ext>
              </a:extLst>
            </p:cNvPr>
            <p:cNvGrpSpPr/>
            <p:nvPr userDrawn="1"/>
          </p:nvGrpSpPr>
          <p:grpSpPr>
            <a:xfrm>
              <a:off x="-20955" y="-4722"/>
              <a:ext cx="9162758" cy="586067"/>
              <a:chOff x="-20955" y="-4722"/>
              <a:chExt cx="9162758" cy="586067"/>
            </a:xfrm>
          </p:grpSpPr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5EFD5A42-B8C9-3610-03E9-A5C0C4C6AB83}"/>
                  </a:ext>
                </a:extLst>
              </p:cNvPr>
              <p:cNvSpPr/>
              <p:nvPr userDrawn="1"/>
            </p:nvSpPr>
            <p:spPr>
              <a:xfrm>
                <a:off x="2889645" y="0"/>
                <a:ext cx="6252158" cy="581345"/>
              </a:xfrm>
              <a:prstGeom prst="rect">
                <a:avLst/>
              </a:prstGeom>
              <a:solidFill>
                <a:srgbClr val="192F59"/>
              </a:solidFill>
              <a:ln w="25400" cap="flat" cmpd="sng" algn="ctr">
                <a:noFill/>
                <a:prstDash val="solid"/>
              </a:ln>
              <a:effectLst>
                <a:outerShdw blurRad="355600" dist="190500" dir="5400000" algn="t" rotWithShape="0">
                  <a:prstClr val="black">
                    <a:alpha val="11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zh-CN" altLang="en-US" kern="0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9E4968A0-7C6A-D61D-55D2-50E0F13FA592}"/>
                  </a:ext>
                </a:extLst>
              </p:cNvPr>
              <p:cNvSpPr/>
              <p:nvPr userDrawn="1"/>
            </p:nvSpPr>
            <p:spPr>
              <a:xfrm>
                <a:off x="3839047" y="-4722"/>
                <a:ext cx="1201420" cy="581346"/>
              </a:xfrm>
              <a:prstGeom prst="rect">
                <a:avLst/>
              </a:prstGeom>
              <a:solidFill>
                <a:srgbClr val="EFC657">
                  <a:alpha val="9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124E84D7-9BA5-5EFD-FFF2-3D777F4CE4FB}"/>
                  </a:ext>
                </a:extLst>
              </p:cNvPr>
              <p:cNvSpPr txBox="1"/>
              <p:nvPr userDrawn="1"/>
            </p:nvSpPr>
            <p:spPr>
              <a:xfrm>
                <a:off x="3839338" y="106006"/>
                <a:ext cx="11849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1800" b="1" spc="150" dirty="0">
                    <a:solidFill>
                      <a:srgbClr val="192F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学习目标</a:t>
                </a:r>
              </a:p>
            </p:txBody>
          </p: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7744B9B8-E6CC-6D07-C6D6-6540AB031D09}"/>
                  </a:ext>
                </a:extLst>
              </p:cNvPr>
              <p:cNvCxnSpPr/>
              <p:nvPr userDrawn="1"/>
            </p:nvCxnSpPr>
            <p:spPr>
              <a:xfrm>
                <a:off x="5849860" y="205406"/>
                <a:ext cx="0" cy="184973"/>
              </a:xfrm>
              <a:prstGeom prst="line">
                <a:avLst/>
              </a:prstGeom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671C2046-868C-62ED-342B-7E9F72F981C6}"/>
                  </a:ext>
                </a:extLst>
              </p:cNvPr>
              <p:cNvCxnSpPr/>
              <p:nvPr userDrawn="1"/>
            </p:nvCxnSpPr>
            <p:spPr>
              <a:xfrm>
                <a:off x="7163452" y="205406"/>
                <a:ext cx="0" cy="184973"/>
              </a:xfrm>
              <a:prstGeom prst="line">
                <a:avLst/>
              </a:prstGeom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0521481B-CAEA-0ED9-48FA-B92DE1166097}"/>
                  </a:ext>
                </a:extLst>
              </p:cNvPr>
              <p:cNvCxnSpPr/>
              <p:nvPr userDrawn="1"/>
            </p:nvCxnSpPr>
            <p:spPr>
              <a:xfrm>
                <a:off x="8101220" y="205406"/>
                <a:ext cx="0" cy="184973"/>
              </a:xfrm>
              <a:prstGeom prst="line">
                <a:avLst/>
              </a:prstGeom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86D02569-7AE7-29C0-38B9-7C66496B03D4}"/>
                  </a:ext>
                </a:extLst>
              </p:cNvPr>
              <p:cNvSpPr txBox="1"/>
              <p:nvPr userDrawn="1"/>
            </p:nvSpPr>
            <p:spPr>
              <a:xfrm>
                <a:off x="5122739" y="100861"/>
                <a:ext cx="6848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1800" b="1" spc="15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前测</a:t>
                </a:r>
              </a:p>
            </p:txBody>
          </p:sp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4E6570D4-AD87-6B9D-3B49-BDB2F27A58A7}"/>
                  </a:ext>
                </a:extLst>
              </p:cNvPr>
              <p:cNvSpPr txBox="1"/>
              <p:nvPr userDrawn="1"/>
            </p:nvSpPr>
            <p:spPr>
              <a:xfrm>
                <a:off x="7289935" y="100861"/>
                <a:ext cx="6848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1800" b="1" spc="15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后测</a:t>
                </a:r>
              </a:p>
            </p:txBody>
          </p:sp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874348C4-A0C5-0540-0520-A7B386ED899F}"/>
                  </a:ext>
                </a:extLst>
              </p:cNvPr>
              <p:cNvSpPr txBox="1"/>
              <p:nvPr userDrawn="1"/>
            </p:nvSpPr>
            <p:spPr>
              <a:xfrm>
                <a:off x="8227703" y="94804"/>
                <a:ext cx="6848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1800" b="1" spc="15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总结</a:t>
                </a:r>
                <a:endParaRPr lang="zh-CN" altLang="en-US" sz="2200" b="1" spc="15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F5371071-D144-BC12-7CF7-DEEFC5057D0E}"/>
                  </a:ext>
                </a:extLst>
              </p:cNvPr>
              <p:cNvSpPr txBox="1"/>
              <p:nvPr userDrawn="1"/>
            </p:nvSpPr>
            <p:spPr>
              <a:xfrm>
                <a:off x="3013010" y="106006"/>
                <a:ext cx="6848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1800" b="1" spc="15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导入</a:t>
                </a:r>
              </a:p>
            </p:txBody>
          </p:sp>
          <p:pic>
            <p:nvPicPr>
              <p:cNvPr id="68" name="图片 67" descr="齐鲁理工logo">
                <a:extLst>
                  <a:ext uri="{FF2B5EF4-FFF2-40B4-BE49-F238E27FC236}">
                    <a16:creationId xmlns:a16="http://schemas.microsoft.com/office/drawing/2014/main" id="{79814332-5DFE-FA67-2A4C-394F3B45BC99}"/>
                  </a:ext>
                </a:extLst>
              </p:cNvPr>
              <p:cNvPicPr>
                <a:picLocks noChangeAspect="1" noChangeArrowheads="1"/>
              </p:cNvPicPr>
              <p:nvPr userDrawn="1">
                <p:custDataLst>
                  <p:tags r:id="rId1"/>
                </p:custDataLst>
              </p:nvPr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-20955" y="71500"/>
                <a:ext cx="2716801" cy="48661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cxnSp>
            <p:nvCxnSpPr>
              <p:cNvPr id="69" name="直接连接符 68">
                <a:extLst>
                  <a:ext uri="{FF2B5EF4-FFF2-40B4-BE49-F238E27FC236}">
                    <a16:creationId xmlns:a16="http://schemas.microsoft.com/office/drawing/2014/main" id="{9764136A-B9F2-6C84-7CDB-39532E487C3C}"/>
                  </a:ext>
                </a:extLst>
              </p:cNvPr>
              <p:cNvCxnSpPr/>
              <p:nvPr userDrawn="1"/>
            </p:nvCxnSpPr>
            <p:spPr>
              <a:xfrm>
                <a:off x="5054522" y="205406"/>
                <a:ext cx="0" cy="184973"/>
              </a:xfrm>
              <a:prstGeom prst="line">
                <a:avLst/>
              </a:prstGeom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A9070CF8-7326-46A0-A620-26C0D4A16CEF}"/>
              </a:ext>
            </a:extLst>
          </p:cNvPr>
          <p:cNvSpPr txBox="1"/>
          <p:nvPr userDrawn="1"/>
        </p:nvSpPr>
        <p:spPr>
          <a:xfrm>
            <a:off x="5811077" y="100861"/>
            <a:ext cx="1435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8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参与式学习</a:t>
            </a:r>
          </a:p>
        </p:txBody>
      </p:sp>
    </p:spTree>
    <p:extLst>
      <p:ext uri="{BB962C8B-B14F-4D97-AF65-F5344CB8AC3E}">
        <p14:creationId xmlns:p14="http://schemas.microsoft.com/office/powerpoint/2010/main" val="4009246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前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组合 65">
            <a:extLst>
              <a:ext uri="{FF2B5EF4-FFF2-40B4-BE49-F238E27FC236}">
                <a16:creationId xmlns:a16="http://schemas.microsoft.com/office/drawing/2014/main" id="{8FC67690-C027-60EF-73E6-285DBA5C59B7}"/>
              </a:ext>
            </a:extLst>
          </p:cNvPr>
          <p:cNvGrpSpPr/>
          <p:nvPr userDrawn="1"/>
        </p:nvGrpSpPr>
        <p:grpSpPr>
          <a:xfrm>
            <a:off x="52283" y="676150"/>
            <a:ext cx="79399" cy="415768"/>
            <a:chOff x="905688" y="2599004"/>
            <a:chExt cx="79399" cy="415768"/>
          </a:xfrm>
        </p:grpSpPr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0829F5EB-5B82-BB74-0E36-788708DE6F98}"/>
                </a:ext>
              </a:extLst>
            </p:cNvPr>
            <p:cNvCxnSpPr/>
            <p:nvPr/>
          </p:nvCxnSpPr>
          <p:spPr>
            <a:xfrm>
              <a:off x="930331" y="2726772"/>
              <a:ext cx="0" cy="288000"/>
            </a:xfrm>
            <a:prstGeom prst="line">
              <a:avLst/>
            </a:prstGeom>
            <a:ln w="28575">
              <a:solidFill>
                <a:srgbClr val="2228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997C9144-0745-7120-9AEF-C79F90CA006D}"/>
                </a:ext>
              </a:extLst>
            </p:cNvPr>
            <p:cNvCxnSpPr/>
            <p:nvPr/>
          </p:nvCxnSpPr>
          <p:spPr>
            <a:xfrm>
              <a:off x="985087" y="2694975"/>
              <a:ext cx="0" cy="216000"/>
            </a:xfrm>
            <a:prstGeom prst="line">
              <a:avLst/>
            </a:prstGeom>
            <a:ln w="28575">
              <a:solidFill>
                <a:srgbClr val="2228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椭圆 68">
              <a:extLst>
                <a:ext uri="{FF2B5EF4-FFF2-40B4-BE49-F238E27FC236}">
                  <a16:creationId xmlns:a16="http://schemas.microsoft.com/office/drawing/2014/main" id="{125230C3-05A3-D58D-F87D-D74D82B50B41}"/>
                </a:ext>
              </a:extLst>
            </p:cNvPr>
            <p:cNvSpPr/>
            <p:nvPr/>
          </p:nvSpPr>
          <p:spPr>
            <a:xfrm>
              <a:off x="905688" y="2599004"/>
              <a:ext cx="54000" cy="54000"/>
            </a:xfrm>
            <a:prstGeom prst="ellipse">
              <a:avLst/>
            </a:prstGeom>
            <a:solidFill>
              <a:srgbClr val="22283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2536D57C-7D8F-E568-EBC9-72A7929AAAC9}"/>
              </a:ext>
            </a:extLst>
          </p:cNvPr>
          <p:cNvGrpSpPr/>
          <p:nvPr userDrawn="1"/>
        </p:nvGrpSpPr>
        <p:grpSpPr>
          <a:xfrm>
            <a:off x="8951388" y="6221731"/>
            <a:ext cx="84139" cy="415724"/>
            <a:chOff x="10895227" y="5016308"/>
            <a:chExt cx="84139" cy="415724"/>
          </a:xfrm>
        </p:grpSpPr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D6D06C02-7B95-4EEF-B2DB-CE77ACA43840}"/>
                </a:ext>
              </a:extLst>
            </p:cNvPr>
            <p:cNvCxnSpPr/>
            <p:nvPr/>
          </p:nvCxnSpPr>
          <p:spPr>
            <a:xfrm>
              <a:off x="10950009" y="5016308"/>
              <a:ext cx="0" cy="288000"/>
            </a:xfrm>
            <a:prstGeom prst="line">
              <a:avLst/>
            </a:prstGeom>
            <a:ln w="28575">
              <a:solidFill>
                <a:srgbClr val="2228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F29782CD-F913-E735-D90A-58AA551DA040}"/>
                </a:ext>
              </a:extLst>
            </p:cNvPr>
            <p:cNvCxnSpPr/>
            <p:nvPr/>
          </p:nvCxnSpPr>
          <p:spPr>
            <a:xfrm>
              <a:off x="10895227" y="5121433"/>
              <a:ext cx="0" cy="216000"/>
            </a:xfrm>
            <a:prstGeom prst="line">
              <a:avLst/>
            </a:prstGeom>
            <a:ln w="28575">
              <a:solidFill>
                <a:srgbClr val="2228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72F309FE-C487-8780-F2C9-B5C9FAFE8703}"/>
                </a:ext>
              </a:extLst>
            </p:cNvPr>
            <p:cNvSpPr/>
            <p:nvPr/>
          </p:nvSpPr>
          <p:spPr>
            <a:xfrm>
              <a:off x="10925366" y="5378032"/>
              <a:ext cx="54000" cy="54000"/>
            </a:xfrm>
            <a:prstGeom prst="ellipse">
              <a:avLst/>
            </a:prstGeom>
            <a:solidFill>
              <a:srgbClr val="22283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881B1604-3327-6129-EE5E-686A5B95AFDA}"/>
              </a:ext>
            </a:extLst>
          </p:cNvPr>
          <p:cNvGrpSpPr/>
          <p:nvPr userDrawn="1"/>
        </p:nvGrpSpPr>
        <p:grpSpPr>
          <a:xfrm>
            <a:off x="108473" y="6431736"/>
            <a:ext cx="191887" cy="205719"/>
            <a:chOff x="922813" y="5251110"/>
            <a:chExt cx="254674" cy="273031"/>
          </a:xfrm>
        </p:grpSpPr>
        <p:sp>
          <p:nvSpPr>
            <p:cNvPr id="75" name="矩形 32">
              <a:extLst>
                <a:ext uri="{FF2B5EF4-FFF2-40B4-BE49-F238E27FC236}">
                  <a16:creationId xmlns:a16="http://schemas.microsoft.com/office/drawing/2014/main" id="{12089816-B342-4FCB-A889-06CD91897FA4}"/>
                </a:ext>
              </a:extLst>
            </p:cNvPr>
            <p:cNvSpPr/>
            <p:nvPr/>
          </p:nvSpPr>
          <p:spPr>
            <a:xfrm rot="20775199">
              <a:off x="922813" y="5314698"/>
              <a:ext cx="209443" cy="209443"/>
            </a:xfrm>
            <a:custGeom>
              <a:avLst/>
              <a:gdLst>
                <a:gd name="connsiteX0" fmla="*/ 10800 w 360000"/>
                <a:gd name="connsiteY0" fmla="*/ 0 h 360000"/>
                <a:gd name="connsiteX1" fmla="*/ 349200 w 360000"/>
                <a:gd name="connsiteY1" fmla="*/ 0 h 360000"/>
                <a:gd name="connsiteX2" fmla="*/ 360000 w 360000"/>
                <a:gd name="connsiteY2" fmla="*/ 10800 h 360000"/>
                <a:gd name="connsiteX3" fmla="*/ 360000 w 360000"/>
                <a:gd name="connsiteY3" fmla="*/ 349200 h 360000"/>
                <a:gd name="connsiteX4" fmla="*/ 349200 w 360000"/>
                <a:gd name="connsiteY4" fmla="*/ 360000 h 360000"/>
                <a:gd name="connsiteX5" fmla="*/ 10800 w 360000"/>
                <a:gd name="connsiteY5" fmla="*/ 360000 h 360000"/>
                <a:gd name="connsiteX6" fmla="*/ 0 w 360000"/>
                <a:gd name="connsiteY6" fmla="*/ 349200 h 360000"/>
                <a:gd name="connsiteX7" fmla="*/ 0 w 360000"/>
                <a:gd name="connsiteY7" fmla="*/ 10800 h 360000"/>
                <a:gd name="connsiteX8" fmla="*/ 10800 w 360000"/>
                <a:gd name="connsiteY8" fmla="*/ 0 h 3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0000" h="360000">
                  <a:moveTo>
                    <a:pt x="10800" y="0"/>
                  </a:moveTo>
                  <a:lnTo>
                    <a:pt x="349200" y="0"/>
                  </a:lnTo>
                  <a:cubicBezTo>
                    <a:pt x="355161" y="0"/>
                    <a:pt x="360000" y="4839"/>
                    <a:pt x="360000" y="10800"/>
                  </a:cubicBezTo>
                  <a:lnTo>
                    <a:pt x="360000" y="349200"/>
                  </a:lnTo>
                  <a:cubicBezTo>
                    <a:pt x="360000" y="355161"/>
                    <a:pt x="355161" y="360000"/>
                    <a:pt x="349200" y="360000"/>
                  </a:cubicBezTo>
                  <a:lnTo>
                    <a:pt x="10800" y="360000"/>
                  </a:lnTo>
                  <a:cubicBezTo>
                    <a:pt x="4838" y="360000"/>
                    <a:pt x="0" y="355161"/>
                    <a:pt x="0" y="349200"/>
                  </a:cubicBezTo>
                  <a:lnTo>
                    <a:pt x="0" y="10800"/>
                  </a:lnTo>
                  <a:cubicBezTo>
                    <a:pt x="0" y="4839"/>
                    <a:pt x="4838" y="0"/>
                    <a:pt x="10800" y="0"/>
                  </a:cubicBezTo>
                </a:path>
              </a:pathLst>
            </a:custGeom>
            <a:solidFill>
              <a:schemeClr val="bg1"/>
            </a:solidFill>
            <a:ln w="12700">
              <a:solidFill>
                <a:srgbClr val="393E46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76" name="矩形 26">
              <a:extLst>
                <a:ext uri="{FF2B5EF4-FFF2-40B4-BE49-F238E27FC236}">
                  <a16:creationId xmlns:a16="http://schemas.microsoft.com/office/drawing/2014/main" id="{074176C2-CE24-1E34-54E0-52FF5F48634E}"/>
                </a:ext>
              </a:extLst>
            </p:cNvPr>
            <p:cNvSpPr/>
            <p:nvPr/>
          </p:nvSpPr>
          <p:spPr>
            <a:xfrm rot="20775199">
              <a:off x="968044" y="5251110"/>
              <a:ext cx="209443" cy="209443"/>
            </a:xfrm>
            <a:custGeom>
              <a:avLst/>
              <a:gdLst>
                <a:gd name="connsiteX0" fmla="*/ 10800 w 344953"/>
                <a:gd name="connsiteY0" fmla="*/ 0 h 344953"/>
                <a:gd name="connsiteX1" fmla="*/ 334153 w 344953"/>
                <a:gd name="connsiteY1" fmla="*/ 0 h 344953"/>
                <a:gd name="connsiteX2" fmla="*/ 344953 w 344953"/>
                <a:gd name="connsiteY2" fmla="*/ 10800 h 344953"/>
                <a:gd name="connsiteX3" fmla="*/ 344953 w 344953"/>
                <a:gd name="connsiteY3" fmla="*/ 334153 h 344953"/>
                <a:gd name="connsiteX4" fmla="*/ 334153 w 344953"/>
                <a:gd name="connsiteY4" fmla="*/ 344953 h 344953"/>
                <a:gd name="connsiteX5" fmla="*/ 10800 w 344953"/>
                <a:gd name="connsiteY5" fmla="*/ 344953 h 344953"/>
                <a:gd name="connsiteX6" fmla="*/ 0 w 344953"/>
                <a:gd name="connsiteY6" fmla="*/ 334153 h 344953"/>
                <a:gd name="connsiteX7" fmla="*/ 0 w 344953"/>
                <a:gd name="connsiteY7" fmla="*/ 10800 h 344953"/>
                <a:gd name="connsiteX8" fmla="*/ 10800 w 344953"/>
                <a:gd name="connsiteY8" fmla="*/ 0 h 344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4953" h="344953">
                  <a:moveTo>
                    <a:pt x="10800" y="0"/>
                  </a:moveTo>
                  <a:lnTo>
                    <a:pt x="334153" y="0"/>
                  </a:lnTo>
                  <a:cubicBezTo>
                    <a:pt x="340115" y="0"/>
                    <a:pt x="344953" y="4839"/>
                    <a:pt x="344953" y="10800"/>
                  </a:cubicBezTo>
                  <a:lnTo>
                    <a:pt x="344953" y="334153"/>
                  </a:lnTo>
                  <a:cubicBezTo>
                    <a:pt x="344953" y="340115"/>
                    <a:pt x="340115" y="344953"/>
                    <a:pt x="334153" y="344953"/>
                  </a:cubicBezTo>
                  <a:lnTo>
                    <a:pt x="10800" y="344953"/>
                  </a:lnTo>
                  <a:cubicBezTo>
                    <a:pt x="4838" y="344953"/>
                    <a:pt x="0" y="340115"/>
                    <a:pt x="0" y="334153"/>
                  </a:cubicBezTo>
                  <a:lnTo>
                    <a:pt x="0" y="10800"/>
                  </a:lnTo>
                  <a:cubicBezTo>
                    <a:pt x="0" y="4839"/>
                    <a:pt x="4838" y="0"/>
                    <a:pt x="10800" y="0"/>
                  </a:cubicBezTo>
                </a:path>
              </a:pathLst>
            </a:custGeom>
            <a:solidFill>
              <a:srgbClr val="FEED04"/>
            </a:solidFill>
            <a:ln w="12700">
              <a:solidFill>
                <a:srgbClr val="393E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</p:grp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C2EB8878-726E-3A52-6A75-C87DE2090C25}"/>
              </a:ext>
            </a:extLst>
          </p:cNvPr>
          <p:cNvGrpSpPr/>
          <p:nvPr userDrawn="1"/>
        </p:nvGrpSpPr>
        <p:grpSpPr>
          <a:xfrm>
            <a:off x="-20955" y="-3656"/>
            <a:ext cx="9163049" cy="656574"/>
            <a:chOff x="-20955" y="-3656"/>
            <a:chExt cx="9163049" cy="656574"/>
          </a:xfrm>
        </p:grpSpPr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BC42FCFF-0B31-B0E7-4CC8-06F86E7270BC}"/>
                </a:ext>
              </a:extLst>
            </p:cNvPr>
            <p:cNvSpPr/>
            <p:nvPr userDrawn="1"/>
          </p:nvSpPr>
          <p:spPr>
            <a:xfrm flipV="1">
              <a:off x="2197" y="581346"/>
              <a:ext cx="9139897" cy="7157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lumMod val="20000"/>
                    <a:lumOff val="80000"/>
                  </a:schemeClr>
                </a:gs>
                <a:gs pos="30000">
                  <a:schemeClr val="bg2"/>
                </a:gs>
              </a:gsLst>
              <a:lin ang="8100000" scaled="1"/>
              <a:tileRect/>
            </a:gradFill>
            <a:ln>
              <a:noFill/>
            </a:ln>
            <a:effectLst>
              <a:outerShdw blurRad="38100" sx="101000" sy="101000" algn="ctr" rotWithShape="0">
                <a:schemeClr val="bg2">
                  <a:lumMod val="9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79" name="组合 78">
              <a:extLst>
                <a:ext uri="{FF2B5EF4-FFF2-40B4-BE49-F238E27FC236}">
                  <a16:creationId xmlns:a16="http://schemas.microsoft.com/office/drawing/2014/main" id="{9F797DE8-CFE8-36A6-0FDA-018C2574437B}"/>
                </a:ext>
              </a:extLst>
            </p:cNvPr>
            <p:cNvGrpSpPr/>
            <p:nvPr userDrawn="1"/>
          </p:nvGrpSpPr>
          <p:grpSpPr>
            <a:xfrm>
              <a:off x="-20955" y="-3656"/>
              <a:ext cx="9162758" cy="585001"/>
              <a:chOff x="-20955" y="-3656"/>
              <a:chExt cx="9162758" cy="585001"/>
            </a:xfrm>
          </p:grpSpPr>
          <p:sp>
            <p:nvSpPr>
              <p:cNvPr id="80" name="矩形 79">
                <a:extLst>
                  <a:ext uri="{FF2B5EF4-FFF2-40B4-BE49-F238E27FC236}">
                    <a16:creationId xmlns:a16="http://schemas.microsoft.com/office/drawing/2014/main" id="{E0F7F040-8637-AC8E-6530-33E5BA8F6D12}"/>
                  </a:ext>
                </a:extLst>
              </p:cNvPr>
              <p:cNvSpPr/>
              <p:nvPr userDrawn="1"/>
            </p:nvSpPr>
            <p:spPr>
              <a:xfrm>
                <a:off x="2889645" y="0"/>
                <a:ext cx="6252158" cy="581345"/>
              </a:xfrm>
              <a:prstGeom prst="rect">
                <a:avLst/>
              </a:prstGeom>
              <a:solidFill>
                <a:srgbClr val="192F59"/>
              </a:solidFill>
              <a:ln w="25400" cap="flat" cmpd="sng" algn="ctr">
                <a:noFill/>
                <a:prstDash val="solid"/>
              </a:ln>
              <a:effectLst>
                <a:outerShdw blurRad="355600" dist="190500" dir="5400000" algn="t" rotWithShape="0">
                  <a:prstClr val="black">
                    <a:alpha val="11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zh-CN" altLang="en-US" kern="0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sp>
            <p:nvSpPr>
              <p:cNvPr id="93" name="矩形 92">
                <a:extLst>
                  <a:ext uri="{FF2B5EF4-FFF2-40B4-BE49-F238E27FC236}">
                    <a16:creationId xmlns:a16="http://schemas.microsoft.com/office/drawing/2014/main" id="{95FEC1DA-2F79-115D-E63A-F55AEC3BC54B}"/>
                  </a:ext>
                </a:extLst>
              </p:cNvPr>
              <p:cNvSpPr/>
              <p:nvPr userDrawn="1"/>
            </p:nvSpPr>
            <p:spPr>
              <a:xfrm>
                <a:off x="5040467" y="-3656"/>
                <a:ext cx="809392" cy="581346"/>
              </a:xfrm>
              <a:prstGeom prst="rect">
                <a:avLst/>
              </a:prstGeom>
              <a:solidFill>
                <a:srgbClr val="EFC657">
                  <a:alpha val="9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0781E96A-B1F8-DC33-B4B3-F9699B1FB819}"/>
                  </a:ext>
                </a:extLst>
              </p:cNvPr>
              <p:cNvSpPr txBox="1"/>
              <p:nvPr userDrawn="1"/>
            </p:nvSpPr>
            <p:spPr>
              <a:xfrm>
                <a:off x="3839338" y="106006"/>
                <a:ext cx="11849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1800" b="1" spc="15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学习目标</a:t>
                </a:r>
              </a:p>
            </p:txBody>
          </p:sp>
          <p:cxnSp>
            <p:nvCxnSpPr>
              <p:cNvPr id="83" name="直接连接符 82">
                <a:extLst>
                  <a:ext uri="{FF2B5EF4-FFF2-40B4-BE49-F238E27FC236}">
                    <a16:creationId xmlns:a16="http://schemas.microsoft.com/office/drawing/2014/main" id="{BDCB95A1-91E5-AB88-5AA4-16DC4C1B4B06}"/>
                  </a:ext>
                </a:extLst>
              </p:cNvPr>
              <p:cNvCxnSpPr/>
              <p:nvPr userDrawn="1"/>
            </p:nvCxnSpPr>
            <p:spPr>
              <a:xfrm>
                <a:off x="5849860" y="205406"/>
                <a:ext cx="0" cy="184973"/>
              </a:xfrm>
              <a:prstGeom prst="line">
                <a:avLst/>
              </a:prstGeom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接连接符 83">
                <a:extLst>
                  <a:ext uri="{FF2B5EF4-FFF2-40B4-BE49-F238E27FC236}">
                    <a16:creationId xmlns:a16="http://schemas.microsoft.com/office/drawing/2014/main" id="{C64C95B2-A21C-D459-F8DC-709BF9F4EE10}"/>
                  </a:ext>
                </a:extLst>
              </p:cNvPr>
              <p:cNvCxnSpPr/>
              <p:nvPr userDrawn="1"/>
            </p:nvCxnSpPr>
            <p:spPr>
              <a:xfrm>
                <a:off x="7163452" y="205406"/>
                <a:ext cx="0" cy="184973"/>
              </a:xfrm>
              <a:prstGeom prst="line">
                <a:avLst/>
              </a:prstGeom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直接连接符 84">
                <a:extLst>
                  <a:ext uri="{FF2B5EF4-FFF2-40B4-BE49-F238E27FC236}">
                    <a16:creationId xmlns:a16="http://schemas.microsoft.com/office/drawing/2014/main" id="{A53E30CF-DEB4-D449-B44E-06A2B74A3D82}"/>
                  </a:ext>
                </a:extLst>
              </p:cNvPr>
              <p:cNvCxnSpPr/>
              <p:nvPr userDrawn="1"/>
            </p:nvCxnSpPr>
            <p:spPr>
              <a:xfrm>
                <a:off x="8101220" y="205406"/>
                <a:ext cx="0" cy="184973"/>
              </a:xfrm>
              <a:prstGeom prst="line">
                <a:avLst/>
              </a:prstGeom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F8C30651-AA76-348A-4C39-139127BE70E9}"/>
                  </a:ext>
                </a:extLst>
              </p:cNvPr>
              <p:cNvSpPr txBox="1"/>
              <p:nvPr userDrawn="1"/>
            </p:nvSpPr>
            <p:spPr>
              <a:xfrm>
                <a:off x="5122739" y="100861"/>
                <a:ext cx="6848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1800" b="1" spc="150" dirty="0">
                    <a:solidFill>
                      <a:srgbClr val="192F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前测</a:t>
                </a:r>
              </a:p>
            </p:txBody>
          </p:sp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FA95863E-FC12-094C-CA7F-967021D70B80}"/>
                  </a:ext>
                </a:extLst>
              </p:cNvPr>
              <p:cNvSpPr txBox="1"/>
              <p:nvPr userDrawn="1"/>
            </p:nvSpPr>
            <p:spPr>
              <a:xfrm>
                <a:off x="7289935" y="100861"/>
                <a:ext cx="6848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1800" b="1" spc="15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后测</a:t>
                </a:r>
              </a:p>
            </p:txBody>
          </p:sp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id="{CEA0B75A-11F8-E9D2-3689-F1B745C41FC7}"/>
                  </a:ext>
                </a:extLst>
              </p:cNvPr>
              <p:cNvSpPr txBox="1"/>
              <p:nvPr userDrawn="1"/>
            </p:nvSpPr>
            <p:spPr>
              <a:xfrm>
                <a:off x="8227703" y="94804"/>
                <a:ext cx="6848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1800" b="1" spc="15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总结</a:t>
                </a:r>
                <a:endParaRPr lang="zh-CN" altLang="en-US" sz="2200" b="1" spc="15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E98064F7-879A-1028-524A-EDF0F79FE8E5}"/>
                  </a:ext>
                </a:extLst>
              </p:cNvPr>
              <p:cNvSpPr txBox="1"/>
              <p:nvPr userDrawn="1"/>
            </p:nvSpPr>
            <p:spPr>
              <a:xfrm>
                <a:off x="3013010" y="106006"/>
                <a:ext cx="6848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1800" b="1" spc="15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导入</a:t>
                </a:r>
              </a:p>
            </p:txBody>
          </p:sp>
          <p:pic>
            <p:nvPicPr>
              <p:cNvPr id="91" name="图片 90" descr="齐鲁理工logo">
                <a:extLst>
                  <a:ext uri="{FF2B5EF4-FFF2-40B4-BE49-F238E27FC236}">
                    <a16:creationId xmlns:a16="http://schemas.microsoft.com/office/drawing/2014/main" id="{36819D5E-47E2-F035-ED2F-6C0DE6A4AD56}"/>
                  </a:ext>
                </a:extLst>
              </p:cNvPr>
              <p:cNvPicPr>
                <a:picLocks noChangeAspect="1" noChangeArrowheads="1"/>
              </p:cNvPicPr>
              <p:nvPr userDrawn="1">
                <p:custDataLst>
                  <p:tags r:id="rId1"/>
                </p:custDataLst>
              </p:nvPr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-20955" y="71500"/>
                <a:ext cx="2716801" cy="48661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cxnSp>
            <p:nvCxnSpPr>
              <p:cNvPr id="92" name="直接连接符 91">
                <a:extLst>
                  <a:ext uri="{FF2B5EF4-FFF2-40B4-BE49-F238E27FC236}">
                    <a16:creationId xmlns:a16="http://schemas.microsoft.com/office/drawing/2014/main" id="{7A0103B5-3DB8-42E5-CDA9-1EBDBB73FAE1}"/>
                  </a:ext>
                </a:extLst>
              </p:cNvPr>
              <p:cNvCxnSpPr/>
              <p:nvPr userDrawn="1"/>
            </p:nvCxnSpPr>
            <p:spPr>
              <a:xfrm>
                <a:off x="5054522" y="205406"/>
                <a:ext cx="0" cy="184973"/>
              </a:xfrm>
              <a:prstGeom prst="line">
                <a:avLst/>
              </a:prstGeom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50B0587C-E090-4E36-618B-B5BD776A13F0}"/>
              </a:ext>
            </a:extLst>
          </p:cNvPr>
          <p:cNvSpPr txBox="1"/>
          <p:nvPr userDrawn="1"/>
        </p:nvSpPr>
        <p:spPr>
          <a:xfrm>
            <a:off x="5811077" y="100861"/>
            <a:ext cx="1435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8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参与式学习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549E33D2-3B83-E335-7544-CC03E6C69191}"/>
              </a:ext>
            </a:extLst>
          </p:cNvPr>
          <p:cNvCxnSpPr/>
          <p:nvPr userDrawn="1"/>
        </p:nvCxnSpPr>
        <p:spPr>
          <a:xfrm>
            <a:off x="3752772" y="205406"/>
            <a:ext cx="0" cy="18497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7273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组合 65">
            <a:extLst>
              <a:ext uri="{FF2B5EF4-FFF2-40B4-BE49-F238E27FC236}">
                <a16:creationId xmlns:a16="http://schemas.microsoft.com/office/drawing/2014/main" id="{8FC67690-C027-60EF-73E6-285DBA5C59B7}"/>
              </a:ext>
            </a:extLst>
          </p:cNvPr>
          <p:cNvGrpSpPr/>
          <p:nvPr userDrawn="1"/>
        </p:nvGrpSpPr>
        <p:grpSpPr>
          <a:xfrm>
            <a:off x="52283" y="676150"/>
            <a:ext cx="79399" cy="415768"/>
            <a:chOff x="905688" y="2599004"/>
            <a:chExt cx="79399" cy="415768"/>
          </a:xfrm>
        </p:grpSpPr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0829F5EB-5B82-BB74-0E36-788708DE6F98}"/>
                </a:ext>
              </a:extLst>
            </p:cNvPr>
            <p:cNvCxnSpPr/>
            <p:nvPr/>
          </p:nvCxnSpPr>
          <p:spPr>
            <a:xfrm>
              <a:off x="930331" y="2726772"/>
              <a:ext cx="0" cy="288000"/>
            </a:xfrm>
            <a:prstGeom prst="line">
              <a:avLst/>
            </a:prstGeom>
            <a:ln w="28575">
              <a:solidFill>
                <a:srgbClr val="2228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997C9144-0745-7120-9AEF-C79F90CA006D}"/>
                </a:ext>
              </a:extLst>
            </p:cNvPr>
            <p:cNvCxnSpPr/>
            <p:nvPr/>
          </p:nvCxnSpPr>
          <p:spPr>
            <a:xfrm>
              <a:off x="985087" y="2694975"/>
              <a:ext cx="0" cy="216000"/>
            </a:xfrm>
            <a:prstGeom prst="line">
              <a:avLst/>
            </a:prstGeom>
            <a:ln w="28575">
              <a:solidFill>
                <a:srgbClr val="2228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椭圆 68">
              <a:extLst>
                <a:ext uri="{FF2B5EF4-FFF2-40B4-BE49-F238E27FC236}">
                  <a16:creationId xmlns:a16="http://schemas.microsoft.com/office/drawing/2014/main" id="{125230C3-05A3-D58D-F87D-D74D82B50B41}"/>
                </a:ext>
              </a:extLst>
            </p:cNvPr>
            <p:cNvSpPr/>
            <p:nvPr/>
          </p:nvSpPr>
          <p:spPr>
            <a:xfrm>
              <a:off x="905688" y="2599004"/>
              <a:ext cx="54000" cy="54000"/>
            </a:xfrm>
            <a:prstGeom prst="ellipse">
              <a:avLst/>
            </a:prstGeom>
            <a:solidFill>
              <a:srgbClr val="22283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2536D57C-7D8F-E568-EBC9-72A7929AAAC9}"/>
              </a:ext>
            </a:extLst>
          </p:cNvPr>
          <p:cNvGrpSpPr/>
          <p:nvPr userDrawn="1"/>
        </p:nvGrpSpPr>
        <p:grpSpPr>
          <a:xfrm>
            <a:off x="8951388" y="6221731"/>
            <a:ext cx="84139" cy="415724"/>
            <a:chOff x="10895227" y="5016308"/>
            <a:chExt cx="84139" cy="415724"/>
          </a:xfrm>
        </p:grpSpPr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D6D06C02-7B95-4EEF-B2DB-CE77ACA43840}"/>
                </a:ext>
              </a:extLst>
            </p:cNvPr>
            <p:cNvCxnSpPr/>
            <p:nvPr/>
          </p:nvCxnSpPr>
          <p:spPr>
            <a:xfrm>
              <a:off x="10950009" y="5016308"/>
              <a:ext cx="0" cy="288000"/>
            </a:xfrm>
            <a:prstGeom prst="line">
              <a:avLst/>
            </a:prstGeom>
            <a:ln w="28575">
              <a:solidFill>
                <a:srgbClr val="2228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F29782CD-F913-E735-D90A-58AA551DA040}"/>
                </a:ext>
              </a:extLst>
            </p:cNvPr>
            <p:cNvCxnSpPr/>
            <p:nvPr/>
          </p:nvCxnSpPr>
          <p:spPr>
            <a:xfrm>
              <a:off x="10895227" y="5121433"/>
              <a:ext cx="0" cy="216000"/>
            </a:xfrm>
            <a:prstGeom prst="line">
              <a:avLst/>
            </a:prstGeom>
            <a:ln w="28575">
              <a:solidFill>
                <a:srgbClr val="2228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72F309FE-C487-8780-F2C9-B5C9FAFE8703}"/>
                </a:ext>
              </a:extLst>
            </p:cNvPr>
            <p:cNvSpPr/>
            <p:nvPr/>
          </p:nvSpPr>
          <p:spPr>
            <a:xfrm>
              <a:off x="10925366" y="5378032"/>
              <a:ext cx="54000" cy="54000"/>
            </a:xfrm>
            <a:prstGeom prst="ellipse">
              <a:avLst/>
            </a:prstGeom>
            <a:solidFill>
              <a:srgbClr val="22283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881B1604-3327-6129-EE5E-686A5B95AFDA}"/>
              </a:ext>
            </a:extLst>
          </p:cNvPr>
          <p:cNvGrpSpPr/>
          <p:nvPr userDrawn="1"/>
        </p:nvGrpSpPr>
        <p:grpSpPr>
          <a:xfrm>
            <a:off x="108473" y="6431736"/>
            <a:ext cx="191887" cy="205719"/>
            <a:chOff x="922813" y="5251110"/>
            <a:chExt cx="254674" cy="273031"/>
          </a:xfrm>
        </p:grpSpPr>
        <p:sp>
          <p:nvSpPr>
            <p:cNvPr id="75" name="矩形 32">
              <a:extLst>
                <a:ext uri="{FF2B5EF4-FFF2-40B4-BE49-F238E27FC236}">
                  <a16:creationId xmlns:a16="http://schemas.microsoft.com/office/drawing/2014/main" id="{12089816-B342-4FCB-A889-06CD91897FA4}"/>
                </a:ext>
              </a:extLst>
            </p:cNvPr>
            <p:cNvSpPr/>
            <p:nvPr/>
          </p:nvSpPr>
          <p:spPr>
            <a:xfrm rot="20775199">
              <a:off x="922813" y="5314698"/>
              <a:ext cx="209443" cy="209443"/>
            </a:xfrm>
            <a:custGeom>
              <a:avLst/>
              <a:gdLst>
                <a:gd name="connsiteX0" fmla="*/ 10800 w 360000"/>
                <a:gd name="connsiteY0" fmla="*/ 0 h 360000"/>
                <a:gd name="connsiteX1" fmla="*/ 349200 w 360000"/>
                <a:gd name="connsiteY1" fmla="*/ 0 h 360000"/>
                <a:gd name="connsiteX2" fmla="*/ 360000 w 360000"/>
                <a:gd name="connsiteY2" fmla="*/ 10800 h 360000"/>
                <a:gd name="connsiteX3" fmla="*/ 360000 w 360000"/>
                <a:gd name="connsiteY3" fmla="*/ 349200 h 360000"/>
                <a:gd name="connsiteX4" fmla="*/ 349200 w 360000"/>
                <a:gd name="connsiteY4" fmla="*/ 360000 h 360000"/>
                <a:gd name="connsiteX5" fmla="*/ 10800 w 360000"/>
                <a:gd name="connsiteY5" fmla="*/ 360000 h 360000"/>
                <a:gd name="connsiteX6" fmla="*/ 0 w 360000"/>
                <a:gd name="connsiteY6" fmla="*/ 349200 h 360000"/>
                <a:gd name="connsiteX7" fmla="*/ 0 w 360000"/>
                <a:gd name="connsiteY7" fmla="*/ 10800 h 360000"/>
                <a:gd name="connsiteX8" fmla="*/ 10800 w 360000"/>
                <a:gd name="connsiteY8" fmla="*/ 0 h 3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0000" h="360000">
                  <a:moveTo>
                    <a:pt x="10800" y="0"/>
                  </a:moveTo>
                  <a:lnTo>
                    <a:pt x="349200" y="0"/>
                  </a:lnTo>
                  <a:cubicBezTo>
                    <a:pt x="355161" y="0"/>
                    <a:pt x="360000" y="4839"/>
                    <a:pt x="360000" y="10800"/>
                  </a:cubicBezTo>
                  <a:lnTo>
                    <a:pt x="360000" y="349200"/>
                  </a:lnTo>
                  <a:cubicBezTo>
                    <a:pt x="360000" y="355161"/>
                    <a:pt x="355161" y="360000"/>
                    <a:pt x="349200" y="360000"/>
                  </a:cubicBezTo>
                  <a:lnTo>
                    <a:pt x="10800" y="360000"/>
                  </a:lnTo>
                  <a:cubicBezTo>
                    <a:pt x="4838" y="360000"/>
                    <a:pt x="0" y="355161"/>
                    <a:pt x="0" y="349200"/>
                  </a:cubicBezTo>
                  <a:lnTo>
                    <a:pt x="0" y="10800"/>
                  </a:lnTo>
                  <a:cubicBezTo>
                    <a:pt x="0" y="4839"/>
                    <a:pt x="4838" y="0"/>
                    <a:pt x="10800" y="0"/>
                  </a:cubicBezTo>
                </a:path>
              </a:pathLst>
            </a:custGeom>
            <a:solidFill>
              <a:schemeClr val="bg1"/>
            </a:solidFill>
            <a:ln w="12700">
              <a:solidFill>
                <a:srgbClr val="393E46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76" name="矩形 26">
              <a:extLst>
                <a:ext uri="{FF2B5EF4-FFF2-40B4-BE49-F238E27FC236}">
                  <a16:creationId xmlns:a16="http://schemas.microsoft.com/office/drawing/2014/main" id="{074176C2-CE24-1E34-54E0-52FF5F48634E}"/>
                </a:ext>
              </a:extLst>
            </p:cNvPr>
            <p:cNvSpPr/>
            <p:nvPr/>
          </p:nvSpPr>
          <p:spPr>
            <a:xfrm rot="20775199">
              <a:off x="968044" y="5251110"/>
              <a:ext cx="209443" cy="209443"/>
            </a:xfrm>
            <a:custGeom>
              <a:avLst/>
              <a:gdLst>
                <a:gd name="connsiteX0" fmla="*/ 10800 w 344953"/>
                <a:gd name="connsiteY0" fmla="*/ 0 h 344953"/>
                <a:gd name="connsiteX1" fmla="*/ 334153 w 344953"/>
                <a:gd name="connsiteY1" fmla="*/ 0 h 344953"/>
                <a:gd name="connsiteX2" fmla="*/ 344953 w 344953"/>
                <a:gd name="connsiteY2" fmla="*/ 10800 h 344953"/>
                <a:gd name="connsiteX3" fmla="*/ 344953 w 344953"/>
                <a:gd name="connsiteY3" fmla="*/ 334153 h 344953"/>
                <a:gd name="connsiteX4" fmla="*/ 334153 w 344953"/>
                <a:gd name="connsiteY4" fmla="*/ 344953 h 344953"/>
                <a:gd name="connsiteX5" fmla="*/ 10800 w 344953"/>
                <a:gd name="connsiteY5" fmla="*/ 344953 h 344953"/>
                <a:gd name="connsiteX6" fmla="*/ 0 w 344953"/>
                <a:gd name="connsiteY6" fmla="*/ 334153 h 344953"/>
                <a:gd name="connsiteX7" fmla="*/ 0 w 344953"/>
                <a:gd name="connsiteY7" fmla="*/ 10800 h 344953"/>
                <a:gd name="connsiteX8" fmla="*/ 10800 w 344953"/>
                <a:gd name="connsiteY8" fmla="*/ 0 h 344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4953" h="344953">
                  <a:moveTo>
                    <a:pt x="10800" y="0"/>
                  </a:moveTo>
                  <a:lnTo>
                    <a:pt x="334153" y="0"/>
                  </a:lnTo>
                  <a:cubicBezTo>
                    <a:pt x="340115" y="0"/>
                    <a:pt x="344953" y="4839"/>
                    <a:pt x="344953" y="10800"/>
                  </a:cubicBezTo>
                  <a:lnTo>
                    <a:pt x="344953" y="334153"/>
                  </a:lnTo>
                  <a:cubicBezTo>
                    <a:pt x="344953" y="340115"/>
                    <a:pt x="340115" y="344953"/>
                    <a:pt x="334153" y="344953"/>
                  </a:cubicBezTo>
                  <a:lnTo>
                    <a:pt x="10800" y="344953"/>
                  </a:lnTo>
                  <a:cubicBezTo>
                    <a:pt x="4838" y="344953"/>
                    <a:pt x="0" y="340115"/>
                    <a:pt x="0" y="334153"/>
                  </a:cubicBezTo>
                  <a:lnTo>
                    <a:pt x="0" y="10800"/>
                  </a:lnTo>
                  <a:cubicBezTo>
                    <a:pt x="0" y="4839"/>
                    <a:pt x="4838" y="0"/>
                    <a:pt x="10800" y="0"/>
                  </a:cubicBezTo>
                </a:path>
              </a:pathLst>
            </a:custGeom>
            <a:solidFill>
              <a:srgbClr val="FEED04"/>
            </a:solidFill>
            <a:ln w="12700">
              <a:solidFill>
                <a:srgbClr val="393E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</p:grp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C2EB8878-726E-3A52-6A75-C87DE2090C25}"/>
              </a:ext>
            </a:extLst>
          </p:cNvPr>
          <p:cNvGrpSpPr/>
          <p:nvPr userDrawn="1"/>
        </p:nvGrpSpPr>
        <p:grpSpPr>
          <a:xfrm>
            <a:off x="-20955" y="-2507"/>
            <a:ext cx="9163049" cy="655425"/>
            <a:chOff x="-20955" y="-2507"/>
            <a:chExt cx="9163049" cy="655425"/>
          </a:xfrm>
        </p:grpSpPr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BC42FCFF-0B31-B0E7-4CC8-06F86E7270BC}"/>
                </a:ext>
              </a:extLst>
            </p:cNvPr>
            <p:cNvSpPr/>
            <p:nvPr userDrawn="1"/>
          </p:nvSpPr>
          <p:spPr>
            <a:xfrm flipV="1">
              <a:off x="2197" y="581346"/>
              <a:ext cx="9139897" cy="7157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lumMod val="20000"/>
                    <a:lumOff val="80000"/>
                  </a:schemeClr>
                </a:gs>
                <a:gs pos="30000">
                  <a:schemeClr val="bg2"/>
                </a:gs>
              </a:gsLst>
              <a:lin ang="8100000" scaled="1"/>
              <a:tileRect/>
            </a:gradFill>
            <a:ln>
              <a:noFill/>
            </a:ln>
            <a:effectLst>
              <a:outerShdw blurRad="38100" sx="101000" sy="101000" algn="ctr" rotWithShape="0">
                <a:schemeClr val="bg2">
                  <a:lumMod val="9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79" name="组合 78">
              <a:extLst>
                <a:ext uri="{FF2B5EF4-FFF2-40B4-BE49-F238E27FC236}">
                  <a16:creationId xmlns:a16="http://schemas.microsoft.com/office/drawing/2014/main" id="{9F797DE8-CFE8-36A6-0FDA-018C2574437B}"/>
                </a:ext>
              </a:extLst>
            </p:cNvPr>
            <p:cNvGrpSpPr/>
            <p:nvPr userDrawn="1"/>
          </p:nvGrpSpPr>
          <p:grpSpPr>
            <a:xfrm>
              <a:off x="-20955" y="-2507"/>
              <a:ext cx="9162758" cy="583852"/>
              <a:chOff x="-20955" y="-2507"/>
              <a:chExt cx="9162758" cy="583852"/>
            </a:xfrm>
          </p:grpSpPr>
          <p:sp>
            <p:nvSpPr>
              <p:cNvPr id="80" name="矩形 79">
                <a:extLst>
                  <a:ext uri="{FF2B5EF4-FFF2-40B4-BE49-F238E27FC236}">
                    <a16:creationId xmlns:a16="http://schemas.microsoft.com/office/drawing/2014/main" id="{E0F7F040-8637-AC8E-6530-33E5BA8F6D12}"/>
                  </a:ext>
                </a:extLst>
              </p:cNvPr>
              <p:cNvSpPr/>
              <p:nvPr userDrawn="1"/>
            </p:nvSpPr>
            <p:spPr>
              <a:xfrm>
                <a:off x="2889645" y="0"/>
                <a:ext cx="6252158" cy="581345"/>
              </a:xfrm>
              <a:prstGeom prst="rect">
                <a:avLst/>
              </a:prstGeom>
              <a:solidFill>
                <a:srgbClr val="192F59"/>
              </a:solidFill>
              <a:ln w="25400" cap="flat" cmpd="sng" algn="ctr">
                <a:noFill/>
                <a:prstDash val="solid"/>
              </a:ln>
              <a:effectLst>
                <a:outerShdw blurRad="355600" dist="190500" dir="5400000" algn="t" rotWithShape="0">
                  <a:prstClr val="black">
                    <a:alpha val="11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zh-CN" altLang="en-US" kern="0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6B0A1ABB-D7FA-A304-0CA7-A2328301A7C0}"/>
                  </a:ext>
                </a:extLst>
              </p:cNvPr>
              <p:cNvSpPr/>
              <p:nvPr userDrawn="1"/>
            </p:nvSpPr>
            <p:spPr>
              <a:xfrm>
                <a:off x="5852464" y="-2507"/>
                <a:ext cx="1310693" cy="581346"/>
              </a:xfrm>
              <a:prstGeom prst="rect">
                <a:avLst/>
              </a:prstGeom>
              <a:solidFill>
                <a:srgbClr val="EFC657">
                  <a:alpha val="9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0781E96A-B1F8-DC33-B4B3-F9699B1FB819}"/>
                  </a:ext>
                </a:extLst>
              </p:cNvPr>
              <p:cNvSpPr txBox="1"/>
              <p:nvPr userDrawn="1"/>
            </p:nvSpPr>
            <p:spPr>
              <a:xfrm>
                <a:off x="3839338" y="106006"/>
                <a:ext cx="11849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algn="ctr" defTabSz="457200" rtl="0" eaLnBrk="1" latinLnBrk="0" hangingPunct="1"/>
                <a:r>
                  <a:rPr lang="zh-CN" altLang="en-US" sz="1800" b="1" kern="1200" spc="15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学习目标</a:t>
                </a:r>
              </a:p>
            </p:txBody>
          </p:sp>
          <p:cxnSp>
            <p:nvCxnSpPr>
              <p:cNvPr id="83" name="直接连接符 82">
                <a:extLst>
                  <a:ext uri="{FF2B5EF4-FFF2-40B4-BE49-F238E27FC236}">
                    <a16:creationId xmlns:a16="http://schemas.microsoft.com/office/drawing/2014/main" id="{BDCB95A1-91E5-AB88-5AA4-16DC4C1B4B06}"/>
                  </a:ext>
                </a:extLst>
              </p:cNvPr>
              <p:cNvCxnSpPr/>
              <p:nvPr userDrawn="1"/>
            </p:nvCxnSpPr>
            <p:spPr>
              <a:xfrm>
                <a:off x="5849860" y="205406"/>
                <a:ext cx="0" cy="184973"/>
              </a:xfrm>
              <a:prstGeom prst="line">
                <a:avLst/>
              </a:prstGeom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接连接符 83">
                <a:extLst>
                  <a:ext uri="{FF2B5EF4-FFF2-40B4-BE49-F238E27FC236}">
                    <a16:creationId xmlns:a16="http://schemas.microsoft.com/office/drawing/2014/main" id="{C64C95B2-A21C-D459-F8DC-709BF9F4EE10}"/>
                  </a:ext>
                </a:extLst>
              </p:cNvPr>
              <p:cNvCxnSpPr/>
              <p:nvPr userDrawn="1"/>
            </p:nvCxnSpPr>
            <p:spPr>
              <a:xfrm>
                <a:off x="7163452" y="205406"/>
                <a:ext cx="0" cy="184973"/>
              </a:xfrm>
              <a:prstGeom prst="line">
                <a:avLst/>
              </a:prstGeom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直接连接符 84">
                <a:extLst>
                  <a:ext uri="{FF2B5EF4-FFF2-40B4-BE49-F238E27FC236}">
                    <a16:creationId xmlns:a16="http://schemas.microsoft.com/office/drawing/2014/main" id="{A53E30CF-DEB4-D449-B44E-06A2B74A3D82}"/>
                  </a:ext>
                </a:extLst>
              </p:cNvPr>
              <p:cNvCxnSpPr/>
              <p:nvPr userDrawn="1"/>
            </p:nvCxnSpPr>
            <p:spPr>
              <a:xfrm>
                <a:off x="8101220" y="205406"/>
                <a:ext cx="0" cy="184973"/>
              </a:xfrm>
              <a:prstGeom prst="line">
                <a:avLst/>
              </a:prstGeom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F8C30651-AA76-348A-4C39-139127BE70E9}"/>
                  </a:ext>
                </a:extLst>
              </p:cNvPr>
              <p:cNvSpPr txBox="1"/>
              <p:nvPr userDrawn="1"/>
            </p:nvSpPr>
            <p:spPr>
              <a:xfrm>
                <a:off x="5122739" y="100861"/>
                <a:ext cx="6848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algn="ctr" defTabSz="457200" rtl="0" eaLnBrk="1" latinLnBrk="0" hangingPunct="1"/>
                <a:r>
                  <a:rPr lang="zh-CN" altLang="en-US" sz="1800" b="1" kern="1200" spc="15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前测</a:t>
                </a:r>
              </a:p>
            </p:txBody>
          </p:sp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FA95863E-FC12-094C-CA7F-967021D70B80}"/>
                  </a:ext>
                </a:extLst>
              </p:cNvPr>
              <p:cNvSpPr txBox="1"/>
              <p:nvPr userDrawn="1"/>
            </p:nvSpPr>
            <p:spPr>
              <a:xfrm>
                <a:off x="7289935" y="100861"/>
                <a:ext cx="6848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1800" b="1" spc="15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后测</a:t>
                </a:r>
              </a:p>
            </p:txBody>
          </p:sp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id="{CEA0B75A-11F8-E9D2-3689-F1B745C41FC7}"/>
                  </a:ext>
                </a:extLst>
              </p:cNvPr>
              <p:cNvSpPr txBox="1"/>
              <p:nvPr userDrawn="1"/>
            </p:nvSpPr>
            <p:spPr>
              <a:xfrm>
                <a:off x="8227703" y="94804"/>
                <a:ext cx="6848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algn="ctr" defTabSz="457200" rtl="0" eaLnBrk="1" latinLnBrk="0" hangingPunct="1"/>
                <a:r>
                  <a:rPr lang="zh-CN" altLang="en-US" sz="1800" b="1" kern="1200" spc="15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总结</a:t>
                </a:r>
              </a:p>
            </p:txBody>
          </p:sp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E98064F7-879A-1028-524A-EDF0F79FE8E5}"/>
                  </a:ext>
                </a:extLst>
              </p:cNvPr>
              <p:cNvSpPr txBox="1"/>
              <p:nvPr userDrawn="1"/>
            </p:nvSpPr>
            <p:spPr>
              <a:xfrm>
                <a:off x="3013010" y="106006"/>
                <a:ext cx="6848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1800" b="1" spc="15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导入</a:t>
                </a:r>
              </a:p>
            </p:txBody>
          </p:sp>
          <p:pic>
            <p:nvPicPr>
              <p:cNvPr id="91" name="图片 90" descr="齐鲁理工logo">
                <a:extLst>
                  <a:ext uri="{FF2B5EF4-FFF2-40B4-BE49-F238E27FC236}">
                    <a16:creationId xmlns:a16="http://schemas.microsoft.com/office/drawing/2014/main" id="{36819D5E-47E2-F035-ED2F-6C0DE6A4AD56}"/>
                  </a:ext>
                </a:extLst>
              </p:cNvPr>
              <p:cNvPicPr>
                <a:picLocks noChangeAspect="1" noChangeArrowheads="1"/>
              </p:cNvPicPr>
              <p:nvPr userDrawn="1">
                <p:custDataLst>
                  <p:tags r:id="rId1"/>
                </p:custDataLst>
              </p:nvPr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-20955" y="71500"/>
                <a:ext cx="2716801" cy="48661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cxnSp>
            <p:nvCxnSpPr>
              <p:cNvPr id="92" name="直接连接符 91">
                <a:extLst>
                  <a:ext uri="{FF2B5EF4-FFF2-40B4-BE49-F238E27FC236}">
                    <a16:creationId xmlns:a16="http://schemas.microsoft.com/office/drawing/2014/main" id="{7A0103B5-3DB8-42E5-CDA9-1EBDBB73FAE1}"/>
                  </a:ext>
                </a:extLst>
              </p:cNvPr>
              <p:cNvCxnSpPr/>
              <p:nvPr userDrawn="1"/>
            </p:nvCxnSpPr>
            <p:spPr>
              <a:xfrm>
                <a:off x="5054522" y="205406"/>
                <a:ext cx="0" cy="184973"/>
              </a:xfrm>
              <a:prstGeom prst="line">
                <a:avLst/>
              </a:prstGeom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D140B670-EBAE-C3DB-A043-F16BF67DBCEE}"/>
              </a:ext>
            </a:extLst>
          </p:cNvPr>
          <p:cNvSpPr txBox="1"/>
          <p:nvPr userDrawn="1"/>
        </p:nvSpPr>
        <p:spPr>
          <a:xfrm>
            <a:off x="5811077" y="100861"/>
            <a:ext cx="1435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ctr" defTabSz="457200" rtl="0" eaLnBrk="1" latinLnBrk="0" hangingPunct="1"/>
            <a:r>
              <a:rPr lang="zh-CN" altLang="en-US" sz="1800" b="1" kern="1200" spc="150" dirty="0">
                <a:solidFill>
                  <a:srgbClr val="192F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参与式学习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4138CB1E-6250-0BF0-26F1-7836B8C9D734}"/>
              </a:ext>
            </a:extLst>
          </p:cNvPr>
          <p:cNvCxnSpPr/>
          <p:nvPr userDrawn="1"/>
        </p:nvCxnSpPr>
        <p:spPr>
          <a:xfrm>
            <a:off x="3752772" y="205406"/>
            <a:ext cx="0" cy="18497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6638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后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组合 65">
            <a:extLst>
              <a:ext uri="{FF2B5EF4-FFF2-40B4-BE49-F238E27FC236}">
                <a16:creationId xmlns:a16="http://schemas.microsoft.com/office/drawing/2014/main" id="{8FC67690-C027-60EF-73E6-285DBA5C59B7}"/>
              </a:ext>
            </a:extLst>
          </p:cNvPr>
          <p:cNvGrpSpPr/>
          <p:nvPr userDrawn="1"/>
        </p:nvGrpSpPr>
        <p:grpSpPr>
          <a:xfrm>
            <a:off x="52283" y="676150"/>
            <a:ext cx="79399" cy="415768"/>
            <a:chOff x="905688" y="2599004"/>
            <a:chExt cx="79399" cy="415768"/>
          </a:xfrm>
        </p:grpSpPr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0829F5EB-5B82-BB74-0E36-788708DE6F98}"/>
                </a:ext>
              </a:extLst>
            </p:cNvPr>
            <p:cNvCxnSpPr/>
            <p:nvPr/>
          </p:nvCxnSpPr>
          <p:spPr>
            <a:xfrm>
              <a:off x="930331" y="2726772"/>
              <a:ext cx="0" cy="288000"/>
            </a:xfrm>
            <a:prstGeom prst="line">
              <a:avLst/>
            </a:prstGeom>
            <a:ln w="28575">
              <a:solidFill>
                <a:srgbClr val="2228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997C9144-0745-7120-9AEF-C79F90CA006D}"/>
                </a:ext>
              </a:extLst>
            </p:cNvPr>
            <p:cNvCxnSpPr/>
            <p:nvPr/>
          </p:nvCxnSpPr>
          <p:spPr>
            <a:xfrm>
              <a:off x="985087" y="2694975"/>
              <a:ext cx="0" cy="216000"/>
            </a:xfrm>
            <a:prstGeom prst="line">
              <a:avLst/>
            </a:prstGeom>
            <a:ln w="28575">
              <a:solidFill>
                <a:srgbClr val="2228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椭圆 68">
              <a:extLst>
                <a:ext uri="{FF2B5EF4-FFF2-40B4-BE49-F238E27FC236}">
                  <a16:creationId xmlns:a16="http://schemas.microsoft.com/office/drawing/2014/main" id="{125230C3-05A3-D58D-F87D-D74D82B50B41}"/>
                </a:ext>
              </a:extLst>
            </p:cNvPr>
            <p:cNvSpPr/>
            <p:nvPr/>
          </p:nvSpPr>
          <p:spPr>
            <a:xfrm>
              <a:off x="905688" y="2599004"/>
              <a:ext cx="54000" cy="54000"/>
            </a:xfrm>
            <a:prstGeom prst="ellipse">
              <a:avLst/>
            </a:prstGeom>
            <a:solidFill>
              <a:srgbClr val="22283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2536D57C-7D8F-E568-EBC9-72A7929AAAC9}"/>
              </a:ext>
            </a:extLst>
          </p:cNvPr>
          <p:cNvGrpSpPr/>
          <p:nvPr userDrawn="1"/>
        </p:nvGrpSpPr>
        <p:grpSpPr>
          <a:xfrm>
            <a:off x="8951388" y="6221731"/>
            <a:ext cx="84139" cy="415724"/>
            <a:chOff x="10895227" y="5016308"/>
            <a:chExt cx="84139" cy="415724"/>
          </a:xfrm>
        </p:grpSpPr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D6D06C02-7B95-4EEF-B2DB-CE77ACA43840}"/>
                </a:ext>
              </a:extLst>
            </p:cNvPr>
            <p:cNvCxnSpPr/>
            <p:nvPr/>
          </p:nvCxnSpPr>
          <p:spPr>
            <a:xfrm>
              <a:off x="10950009" y="5016308"/>
              <a:ext cx="0" cy="288000"/>
            </a:xfrm>
            <a:prstGeom prst="line">
              <a:avLst/>
            </a:prstGeom>
            <a:ln w="28575">
              <a:solidFill>
                <a:srgbClr val="2228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F29782CD-F913-E735-D90A-58AA551DA040}"/>
                </a:ext>
              </a:extLst>
            </p:cNvPr>
            <p:cNvCxnSpPr/>
            <p:nvPr/>
          </p:nvCxnSpPr>
          <p:spPr>
            <a:xfrm>
              <a:off x="10895227" y="5121433"/>
              <a:ext cx="0" cy="216000"/>
            </a:xfrm>
            <a:prstGeom prst="line">
              <a:avLst/>
            </a:prstGeom>
            <a:ln w="28575">
              <a:solidFill>
                <a:srgbClr val="2228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72F309FE-C487-8780-F2C9-B5C9FAFE8703}"/>
                </a:ext>
              </a:extLst>
            </p:cNvPr>
            <p:cNvSpPr/>
            <p:nvPr/>
          </p:nvSpPr>
          <p:spPr>
            <a:xfrm>
              <a:off x="10925366" y="5378032"/>
              <a:ext cx="54000" cy="54000"/>
            </a:xfrm>
            <a:prstGeom prst="ellipse">
              <a:avLst/>
            </a:prstGeom>
            <a:solidFill>
              <a:srgbClr val="22283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881B1604-3327-6129-EE5E-686A5B95AFDA}"/>
              </a:ext>
            </a:extLst>
          </p:cNvPr>
          <p:cNvGrpSpPr/>
          <p:nvPr userDrawn="1"/>
        </p:nvGrpSpPr>
        <p:grpSpPr>
          <a:xfrm>
            <a:off x="108473" y="6431736"/>
            <a:ext cx="191887" cy="205719"/>
            <a:chOff x="922813" y="5251110"/>
            <a:chExt cx="254674" cy="273031"/>
          </a:xfrm>
        </p:grpSpPr>
        <p:sp>
          <p:nvSpPr>
            <p:cNvPr id="75" name="矩形 32">
              <a:extLst>
                <a:ext uri="{FF2B5EF4-FFF2-40B4-BE49-F238E27FC236}">
                  <a16:creationId xmlns:a16="http://schemas.microsoft.com/office/drawing/2014/main" id="{12089816-B342-4FCB-A889-06CD91897FA4}"/>
                </a:ext>
              </a:extLst>
            </p:cNvPr>
            <p:cNvSpPr/>
            <p:nvPr/>
          </p:nvSpPr>
          <p:spPr>
            <a:xfrm rot="20775199">
              <a:off x="922813" y="5314698"/>
              <a:ext cx="209443" cy="209443"/>
            </a:xfrm>
            <a:custGeom>
              <a:avLst/>
              <a:gdLst>
                <a:gd name="connsiteX0" fmla="*/ 10800 w 360000"/>
                <a:gd name="connsiteY0" fmla="*/ 0 h 360000"/>
                <a:gd name="connsiteX1" fmla="*/ 349200 w 360000"/>
                <a:gd name="connsiteY1" fmla="*/ 0 h 360000"/>
                <a:gd name="connsiteX2" fmla="*/ 360000 w 360000"/>
                <a:gd name="connsiteY2" fmla="*/ 10800 h 360000"/>
                <a:gd name="connsiteX3" fmla="*/ 360000 w 360000"/>
                <a:gd name="connsiteY3" fmla="*/ 349200 h 360000"/>
                <a:gd name="connsiteX4" fmla="*/ 349200 w 360000"/>
                <a:gd name="connsiteY4" fmla="*/ 360000 h 360000"/>
                <a:gd name="connsiteX5" fmla="*/ 10800 w 360000"/>
                <a:gd name="connsiteY5" fmla="*/ 360000 h 360000"/>
                <a:gd name="connsiteX6" fmla="*/ 0 w 360000"/>
                <a:gd name="connsiteY6" fmla="*/ 349200 h 360000"/>
                <a:gd name="connsiteX7" fmla="*/ 0 w 360000"/>
                <a:gd name="connsiteY7" fmla="*/ 10800 h 360000"/>
                <a:gd name="connsiteX8" fmla="*/ 10800 w 360000"/>
                <a:gd name="connsiteY8" fmla="*/ 0 h 3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0000" h="360000">
                  <a:moveTo>
                    <a:pt x="10800" y="0"/>
                  </a:moveTo>
                  <a:lnTo>
                    <a:pt x="349200" y="0"/>
                  </a:lnTo>
                  <a:cubicBezTo>
                    <a:pt x="355161" y="0"/>
                    <a:pt x="360000" y="4839"/>
                    <a:pt x="360000" y="10800"/>
                  </a:cubicBezTo>
                  <a:lnTo>
                    <a:pt x="360000" y="349200"/>
                  </a:lnTo>
                  <a:cubicBezTo>
                    <a:pt x="360000" y="355161"/>
                    <a:pt x="355161" y="360000"/>
                    <a:pt x="349200" y="360000"/>
                  </a:cubicBezTo>
                  <a:lnTo>
                    <a:pt x="10800" y="360000"/>
                  </a:lnTo>
                  <a:cubicBezTo>
                    <a:pt x="4838" y="360000"/>
                    <a:pt x="0" y="355161"/>
                    <a:pt x="0" y="349200"/>
                  </a:cubicBezTo>
                  <a:lnTo>
                    <a:pt x="0" y="10800"/>
                  </a:lnTo>
                  <a:cubicBezTo>
                    <a:pt x="0" y="4839"/>
                    <a:pt x="4838" y="0"/>
                    <a:pt x="10800" y="0"/>
                  </a:cubicBezTo>
                </a:path>
              </a:pathLst>
            </a:custGeom>
            <a:solidFill>
              <a:schemeClr val="bg1"/>
            </a:solidFill>
            <a:ln w="12700">
              <a:solidFill>
                <a:srgbClr val="393E46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76" name="矩形 26">
              <a:extLst>
                <a:ext uri="{FF2B5EF4-FFF2-40B4-BE49-F238E27FC236}">
                  <a16:creationId xmlns:a16="http://schemas.microsoft.com/office/drawing/2014/main" id="{074176C2-CE24-1E34-54E0-52FF5F48634E}"/>
                </a:ext>
              </a:extLst>
            </p:cNvPr>
            <p:cNvSpPr/>
            <p:nvPr/>
          </p:nvSpPr>
          <p:spPr>
            <a:xfrm rot="20775199">
              <a:off x="968044" y="5251110"/>
              <a:ext cx="209443" cy="209443"/>
            </a:xfrm>
            <a:custGeom>
              <a:avLst/>
              <a:gdLst>
                <a:gd name="connsiteX0" fmla="*/ 10800 w 344953"/>
                <a:gd name="connsiteY0" fmla="*/ 0 h 344953"/>
                <a:gd name="connsiteX1" fmla="*/ 334153 w 344953"/>
                <a:gd name="connsiteY1" fmla="*/ 0 h 344953"/>
                <a:gd name="connsiteX2" fmla="*/ 344953 w 344953"/>
                <a:gd name="connsiteY2" fmla="*/ 10800 h 344953"/>
                <a:gd name="connsiteX3" fmla="*/ 344953 w 344953"/>
                <a:gd name="connsiteY3" fmla="*/ 334153 h 344953"/>
                <a:gd name="connsiteX4" fmla="*/ 334153 w 344953"/>
                <a:gd name="connsiteY4" fmla="*/ 344953 h 344953"/>
                <a:gd name="connsiteX5" fmla="*/ 10800 w 344953"/>
                <a:gd name="connsiteY5" fmla="*/ 344953 h 344953"/>
                <a:gd name="connsiteX6" fmla="*/ 0 w 344953"/>
                <a:gd name="connsiteY6" fmla="*/ 334153 h 344953"/>
                <a:gd name="connsiteX7" fmla="*/ 0 w 344953"/>
                <a:gd name="connsiteY7" fmla="*/ 10800 h 344953"/>
                <a:gd name="connsiteX8" fmla="*/ 10800 w 344953"/>
                <a:gd name="connsiteY8" fmla="*/ 0 h 344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4953" h="344953">
                  <a:moveTo>
                    <a:pt x="10800" y="0"/>
                  </a:moveTo>
                  <a:lnTo>
                    <a:pt x="334153" y="0"/>
                  </a:lnTo>
                  <a:cubicBezTo>
                    <a:pt x="340115" y="0"/>
                    <a:pt x="344953" y="4839"/>
                    <a:pt x="344953" y="10800"/>
                  </a:cubicBezTo>
                  <a:lnTo>
                    <a:pt x="344953" y="334153"/>
                  </a:lnTo>
                  <a:cubicBezTo>
                    <a:pt x="344953" y="340115"/>
                    <a:pt x="340115" y="344953"/>
                    <a:pt x="334153" y="344953"/>
                  </a:cubicBezTo>
                  <a:lnTo>
                    <a:pt x="10800" y="344953"/>
                  </a:lnTo>
                  <a:cubicBezTo>
                    <a:pt x="4838" y="344953"/>
                    <a:pt x="0" y="340115"/>
                    <a:pt x="0" y="334153"/>
                  </a:cubicBezTo>
                  <a:lnTo>
                    <a:pt x="0" y="10800"/>
                  </a:lnTo>
                  <a:cubicBezTo>
                    <a:pt x="0" y="4839"/>
                    <a:pt x="4838" y="0"/>
                    <a:pt x="10800" y="0"/>
                  </a:cubicBezTo>
                </a:path>
              </a:pathLst>
            </a:custGeom>
            <a:solidFill>
              <a:srgbClr val="FEED04"/>
            </a:solidFill>
            <a:ln w="12700">
              <a:solidFill>
                <a:srgbClr val="393E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</p:grp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C2EB8878-726E-3A52-6A75-C87DE2090C25}"/>
              </a:ext>
            </a:extLst>
          </p:cNvPr>
          <p:cNvGrpSpPr/>
          <p:nvPr userDrawn="1"/>
        </p:nvGrpSpPr>
        <p:grpSpPr>
          <a:xfrm>
            <a:off x="-20955" y="-42"/>
            <a:ext cx="9163049" cy="652960"/>
            <a:chOff x="-20955" y="-42"/>
            <a:chExt cx="9163049" cy="652960"/>
          </a:xfrm>
        </p:grpSpPr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BC42FCFF-0B31-B0E7-4CC8-06F86E7270BC}"/>
                </a:ext>
              </a:extLst>
            </p:cNvPr>
            <p:cNvSpPr/>
            <p:nvPr userDrawn="1"/>
          </p:nvSpPr>
          <p:spPr>
            <a:xfrm flipV="1">
              <a:off x="2197" y="581346"/>
              <a:ext cx="9139897" cy="7157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lumMod val="20000"/>
                    <a:lumOff val="80000"/>
                  </a:schemeClr>
                </a:gs>
                <a:gs pos="30000">
                  <a:schemeClr val="bg2"/>
                </a:gs>
              </a:gsLst>
              <a:lin ang="8100000" scaled="1"/>
              <a:tileRect/>
            </a:gradFill>
            <a:ln>
              <a:noFill/>
            </a:ln>
            <a:effectLst>
              <a:outerShdw blurRad="38100" sx="101000" sy="101000" algn="ctr" rotWithShape="0">
                <a:schemeClr val="bg2">
                  <a:lumMod val="9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79" name="组合 78">
              <a:extLst>
                <a:ext uri="{FF2B5EF4-FFF2-40B4-BE49-F238E27FC236}">
                  <a16:creationId xmlns:a16="http://schemas.microsoft.com/office/drawing/2014/main" id="{9F797DE8-CFE8-36A6-0FDA-018C2574437B}"/>
                </a:ext>
              </a:extLst>
            </p:cNvPr>
            <p:cNvGrpSpPr/>
            <p:nvPr userDrawn="1"/>
          </p:nvGrpSpPr>
          <p:grpSpPr>
            <a:xfrm>
              <a:off x="-20955" y="-42"/>
              <a:ext cx="9162758" cy="581387"/>
              <a:chOff x="-20955" y="-42"/>
              <a:chExt cx="9162758" cy="581387"/>
            </a:xfrm>
          </p:grpSpPr>
          <p:sp>
            <p:nvSpPr>
              <p:cNvPr id="80" name="矩形 79">
                <a:extLst>
                  <a:ext uri="{FF2B5EF4-FFF2-40B4-BE49-F238E27FC236}">
                    <a16:creationId xmlns:a16="http://schemas.microsoft.com/office/drawing/2014/main" id="{E0F7F040-8637-AC8E-6530-33E5BA8F6D12}"/>
                  </a:ext>
                </a:extLst>
              </p:cNvPr>
              <p:cNvSpPr/>
              <p:nvPr userDrawn="1"/>
            </p:nvSpPr>
            <p:spPr>
              <a:xfrm>
                <a:off x="2889645" y="0"/>
                <a:ext cx="6252158" cy="581345"/>
              </a:xfrm>
              <a:prstGeom prst="rect">
                <a:avLst/>
              </a:prstGeom>
              <a:solidFill>
                <a:srgbClr val="192F59"/>
              </a:solidFill>
              <a:ln w="25400" cap="flat" cmpd="sng" algn="ctr">
                <a:noFill/>
                <a:prstDash val="solid"/>
              </a:ln>
              <a:effectLst>
                <a:outerShdw blurRad="355600" dist="190500" dir="5400000" algn="t" rotWithShape="0">
                  <a:prstClr val="black">
                    <a:alpha val="11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zh-CN" altLang="en-US" kern="0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8E071023-4D68-E788-1DD7-1EF0A81C2054}"/>
                  </a:ext>
                </a:extLst>
              </p:cNvPr>
              <p:cNvSpPr/>
              <p:nvPr userDrawn="1"/>
            </p:nvSpPr>
            <p:spPr>
              <a:xfrm>
                <a:off x="7167355" y="-42"/>
                <a:ext cx="933866" cy="581346"/>
              </a:xfrm>
              <a:prstGeom prst="rect">
                <a:avLst/>
              </a:prstGeom>
              <a:solidFill>
                <a:srgbClr val="EFC657">
                  <a:alpha val="9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0781E96A-B1F8-DC33-B4B3-F9699B1FB819}"/>
                  </a:ext>
                </a:extLst>
              </p:cNvPr>
              <p:cNvSpPr txBox="1"/>
              <p:nvPr userDrawn="1"/>
            </p:nvSpPr>
            <p:spPr>
              <a:xfrm>
                <a:off x="3839338" y="106006"/>
                <a:ext cx="11849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algn="ctr" defTabSz="457200" rtl="0" eaLnBrk="1" latinLnBrk="0" hangingPunct="1"/>
                <a:r>
                  <a:rPr lang="zh-CN" altLang="en-US" sz="1800" b="1" kern="1200" spc="15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学习目标</a:t>
                </a:r>
              </a:p>
            </p:txBody>
          </p:sp>
          <p:cxnSp>
            <p:nvCxnSpPr>
              <p:cNvPr id="83" name="直接连接符 82">
                <a:extLst>
                  <a:ext uri="{FF2B5EF4-FFF2-40B4-BE49-F238E27FC236}">
                    <a16:creationId xmlns:a16="http://schemas.microsoft.com/office/drawing/2014/main" id="{BDCB95A1-91E5-AB88-5AA4-16DC4C1B4B06}"/>
                  </a:ext>
                </a:extLst>
              </p:cNvPr>
              <p:cNvCxnSpPr/>
              <p:nvPr userDrawn="1"/>
            </p:nvCxnSpPr>
            <p:spPr>
              <a:xfrm>
                <a:off x="5849860" y="205406"/>
                <a:ext cx="0" cy="184973"/>
              </a:xfrm>
              <a:prstGeom prst="line">
                <a:avLst/>
              </a:prstGeom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接连接符 83">
                <a:extLst>
                  <a:ext uri="{FF2B5EF4-FFF2-40B4-BE49-F238E27FC236}">
                    <a16:creationId xmlns:a16="http://schemas.microsoft.com/office/drawing/2014/main" id="{C64C95B2-A21C-D459-F8DC-709BF9F4EE10}"/>
                  </a:ext>
                </a:extLst>
              </p:cNvPr>
              <p:cNvCxnSpPr/>
              <p:nvPr userDrawn="1"/>
            </p:nvCxnSpPr>
            <p:spPr>
              <a:xfrm>
                <a:off x="7163452" y="205406"/>
                <a:ext cx="0" cy="184973"/>
              </a:xfrm>
              <a:prstGeom prst="line">
                <a:avLst/>
              </a:prstGeom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直接连接符 84">
                <a:extLst>
                  <a:ext uri="{FF2B5EF4-FFF2-40B4-BE49-F238E27FC236}">
                    <a16:creationId xmlns:a16="http://schemas.microsoft.com/office/drawing/2014/main" id="{A53E30CF-DEB4-D449-B44E-06A2B74A3D82}"/>
                  </a:ext>
                </a:extLst>
              </p:cNvPr>
              <p:cNvCxnSpPr/>
              <p:nvPr userDrawn="1"/>
            </p:nvCxnSpPr>
            <p:spPr>
              <a:xfrm>
                <a:off x="8101220" y="205406"/>
                <a:ext cx="0" cy="184973"/>
              </a:xfrm>
              <a:prstGeom prst="line">
                <a:avLst/>
              </a:prstGeom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F8C30651-AA76-348A-4C39-139127BE70E9}"/>
                  </a:ext>
                </a:extLst>
              </p:cNvPr>
              <p:cNvSpPr txBox="1"/>
              <p:nvPr userDrawn="1"/>
            </p:nvSpPr>
            <p:spPr>
              <a:xfrm>
                <a:off x="5122739" y="100861"/>
                <a:ext cx="6848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algn="ctr" defTabSz="457200" rtl="0" eaLnBrk="1" latinLnBrk="0" hangingPunct="1"/>
                <a:r>
                  <a:rPr lang="zh-CN" altLang="en-US" sz="1800" b="1" kern="1200" spc="15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前测</a:t>
                </a:r>
              </a:p>
            </p:txBody>
          </p:sp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FA95863E-FC12-094C-CA7F-967021D70B80}"/>
                  </a:ext>
                </a:extLst>
              </p:cNvPr>
              <p:cNvSpPr txBox="1"/>
              <p:nvPr userDrawn="1"/>
            </p:nvSpPr>
            <p:spPr>
              <a:xfrm>
                <a:off x="7289935" y="100861"/>
                <a:ext cx="6848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algn="ctr" defTabSz="457200" rtl="0" eaLnBrk="1" latinLnBrk="0" hangingPunct="1"/>
                <a:r>
                  <a:rPr lang="zh-CN" altLang="en-US" sz="1800" b="1" kern="1200" spc="150" dirty="0">
                    <a:solidFill>
                      <a:srgbClr val="192F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后测</a:t>
                </a:r>
              </a:p>
            </p:txBody>
          </p:sp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id="{CEA0B75A-11F8-E9D2-3689-F1B745C41FC7}"/>
                  </a:ext>
                </a:extLst>
              </p:cNvPr>
              <p:cNvSpPr txBox="1"/>
              <p:nvPr userDrawn="1"/>
            </p:nvSpPr>
            <p:spPr>
              <a:xfrm>
                <a:off x="8227703" y="94804"/>
                <a:ext cx="6848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algn="ctr" defTabSz="457200" rtl="0" eaLnBrk="1" latinLnBrk="0" hangingPunct="1"/>
                <a:r>
                  <a:rPr lang="zh-CN" altLang="en-US" sz="1800" b="1" kern="1200" spc="15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总结</a:t>
                </a:r>
              </a:p>
            </p:txBody>
          </p:sp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E98064F7-879A-1028-524A-EDF0F79FE8E5}"/>
                  </a:ext>
                </a:extLst>
              </p:cNvPr>
              <p:cNvSpPr txBox="1"/>
              <p:nvPr userDrawn="1"/>
            </p:nvSpPr>
            <p:spPr>
              <a:xfrm>
                <a:off x="3013010" y="106006"/>
                <a:ext cx="6848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algn="ctr" defTabSz="457200" rtl="0" eaLnBrk="1" latinLnBrk="0" hangingPunct="1"/>
                <a:r>
                  <a:rPr lang="zh-CN" altLang="en-US" sz="1800" b="1" kern="1200" spc="15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导入</a:t>
                </a:r>
              </a:p>
            </p:txBody>
          </p:sp>
          <p:pic>
            <p:nvPicPr>
              <p:cNvPr id="91" name="图片 90" descr="齐鲁理工logo">
                <a:extLst>
                  <a:ext uri="{FF2B5EF4-FFF2-40B4-BE49-F238E27FC236}">
                    <a16:creationId xmlns:a16="http://schemas.microsoft.com/office/drawing/2014/main" id="{36819D5E-47E2-F035-ED2F-6C0DE6A4AD56}"/>
                  </a:ext>
                </a:extLst>
              </p:cNvPr>
              <p:cNvPicPr>
                <a:picLocks noChangeAspect="1" noChangeArrowheads="1"/>
              </p:cNvPicPr>
              <p:nvPr userDrawn="1">
                <p:custDataLst>
                  <p:tags r:id="rId1"/>
                </p:custDataLst>
              </p:nvPr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-20955" y="71500"/>
                <a:ext cx="2716801" cy="48661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cxnSp>
            <p:nvCxnSpPr>
              <p:cNvPr id="92" name="直接连接符 91">
                <a:extLst>
                  <a:ext uri="{FF2B5EF4-FFF2-40B4-BE49-F238E27FC236}">
                    <a16:creationId xmlns:a16="http://schemas.microsoft.com/office/drawing/2014/main" id="{7A0103B5-3DB8-42E5-CDA9-1EBDBB73FAE1}"/>
                  </a:ext>
                </a:extLst>
              </p:cNvPr>
              <p:cNvCxnSpPr/>
              <p:nvPr userDrawn="1"/>
            </p:nvCxnSpPr>
            <p:spPr>
              <a:xfrm>
                <a:off x="5054522" y="205406"/>
                <a:ext cx="0" cy="184973"/>
              </a:xfrm>
              <a:prstGeom prst="line">
                <a:avLst/>
              </a:prstGeom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A5BB88CB-01A1-6403-4B1B-92D8B74A9C28}"/>
              </a:ext>
            </a:extLst>
          </p:cNvPr>
          <p:cNvSpPr txBox="1"/>
          <p:nvPr userDrawn="1"/>
        </p:nvSpPr>
        <p:spPr>
          <a:xfrm>
            <a:off x="5811077" y="100861"/>
            <a:ext cx="1435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ctr" defTabSz="457200" rtl="0" eaLnBrk="1" latinLnBrk="0" hangingPunct="1"/>
            <a:r>
              <a:rPr lang="zh-CN" altLang="en-US" sz="1800" b="1" kern="1200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参与式学习</a:t>
            </a: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33712633-5628-DF51-1EB8-CBAD104731C3}"/>
              </a:ext>
            </a:extLst>
          </p:cNvPr>
          <p:cNvCxnSpPr/>
          <p:nvPr userDrawn="1"/>
        </p:nvCxnSpPr>
        <p:spPr>
          <a:xfrm>
            <a:off x="3752772" y="205406"/>
            <a:ext cx="0" cy="18497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265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组合 65">
            <a:extLst>
              <a:ext uri="{FF2B5EF4-FFF2-40B4-BE49-F238E27FC236}">
                <a16:creationId xmlns:a16="http://schemas.microsoft.com/office/drawing/2014/main" id="{8FC67690-C027-60EF-73E6-285DBA5C59B7}"/>
              </a:ext>
            </a:extLst>
          </p:cNvPr>
          <p:cNvGrpSpPr/>
          <p:nvPr userDrawn="1"/>
        </p:nvGrpSpPr>
        <p:grpSpPr>
          <a:xfrm>
            <a:off x="52283" y="676150"/>
            <a:ext cx="79399" cy="415768"/>
            <a:chOff x="905688" y="2599004"/>
            <a:chExt cx="79399" cy="415768"/>
          </a:xfrm>
        </p:grpSpPr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0829F5EB-5B82-BB74-0E36-788708DE6F98}"/>
                </a:ext>
              </a:extLst>
            </p:cNvPr>
            <p:cNvCxnSpPr/>
            <p:nvPr/>
          </p:nvCxnSpPr>
          <p:spPr>
            <a:xfrm>
              <a:off x="930331" y="2726772"/>
              <a:ext cx="0" cy="288000"/>
            </a:xfrm>
            <a:prstGeom prst="line">
              <a:avLst/>
            </a:prstGeom>
            <a:ln w="28575">
              <a:solidFill>
                <a:srgbClr val="2228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997C9144-0745-7120-9AEF-C79F90CA006D}"/>
                </a:ext>
              </a:extLst>
            </p:cNvPr>
            <p:cNvCxnSpPr/>
            <p:nvPr/>
          </p:nvCxnSpPr>
          <p:spPr>
            <a:xfrm>
              <a:off x="985087" y="2694975"/>
              <a:ext cx="0" cy="216000"/>
            </a:xfrm>
            <a:prstGeom prst="line">
              <a:avLst/>
            </a:prstGeom>
            <a:ln w="28575">
              <a:solidFill>
                <a:srgbClr val="2228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椭圆 68">
              <a:extLst>
                <a:ext uri="{FF2B5EF4-FFF2-40B4-BE49-F238E27FC236}">
                  <a16:creationId xmlns:a16="http://schemas.microsoft.com/office/drawing/2014/main" id="{125230C3-05A3-D58D-F87D-D74D82B50B41}"/>
                </a:ext>
              </a:extLst>
            </p:cNvPr>
            <p:cNvSpPr/>
            <p:nvPr/>
          </p:nvSpPr>
          <p:spPr>
            <a:xfrm>
              <a:off x="905688" y="2599004"/>
              <a:ext cx="54000" cy="54000"/>
            </a:xfrm>
            <a:prstGeom prst="ellipse">
              <a:avLst/>
            </a:prstGeom>
            <a:solidFill>
              <a:srgbClr val="22283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2536D57C-7D8F-E568-EBC9-72A7929AAAC9}"/>
              </a:ext>
            </a:extLst>
          </p:cNvPr>
          <p:cNvGrpSpPr/>
          <p:nvPr userDrawn="1"/>
        </p:nvGrpSpPr>
        <p:grpSpPr>
          <a:xfrm>
            <a:off x="8951388" y="6221731"/>
            <a:ext cx="84139" cy="415724"/>
            <a:chOff x="10895227" y="5016308"/>
            <a:chExt cx="84139" cy="415724"/>
          </a:xfrm>
        </p:grpSpPr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D6D06C02-7B95-4EEF-B2DB-CE77ACA43840}"/>
                </a:ext>
              </a:extLst>
            </p:cNvPr>
            <p:cNvCxnSpPr/>
            <p:nvPr/>
          </p:nvCxnSpPr>
          <p:spPr>
            <a:xfrm>
              <a:off x="10950009" y="5016308"/>
              <a:ext cx="0" cy="288000"/>
            </a:xfrm>
            <a:prstGeom prst="line">
              <a:avLst/>
            </a:prstGeom>
            <a:ln w="28575">
              <a:solidFill>
                <a:srgbClr val="2228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F29782CD-F913-E735-D90A-58AA551DA040}"/>
                </a:ext>
              </a:extLst>
            </p:cNvPr>
            <p:cNvCxnSpPr/>
            <p:nvPr/>
          </p:nvCxnSpPr>
          <p:spPr>
            <a:xfrm>
              <a:off x="10895227" y="5121433"/>
              <a:ext cx="0" cy="216000"/>
            </a:xfrm>
            <a:prstGeom prst="line">
              <a:avLst/>
            </a:prstGeom>
            <a:ln w="28575">
              <a:solidFill>
                <a:srgbClr val="2228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72F309FE-C487-8780-F2C9-B5C9FAFE8703}"/>
                </a:ext>
              </a:extLst>
            </p:cNvPr>
            <p:cNvSpPr/>
            <p:nvPr/>
          </p:nvSpPr>
          <p:spPr>
            <a:xfrm>
              <a:off x="10925366" y="5378032"/>
              <a:ext cx="54000" cy="54000"/>
            </a:xfrm>
            <a:prstGeom prst="ellipse">
              <a:avLst/>
            </a:prstGeom>
            <a:solidFill>
              <a:srgbClr val="22283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881B1604-3327-6129-EE5E-686A5B95AFDA}"/>
              </a:ext>
            </a:extLst>
          </p:cNvPr>
          <p:cNvGrpSpPr/>
          <p:nvPr userDrawn="1"/>
        </p:nvGrpSpPr>
        <p:grpSpPr>
          <a:xfrm>
            <a:off x="108473" y="6431736"/>
            <a:ext cx="191887" cy="205719"/>
            <a:chOff x="922813" y="5251110"/>
            <a:chExt cx="254674" cy="273031"/>
          </a:xfrm>
        </p:grpSpPr>
        <p:sp>
          <p:nvSpPr>
            <p:cNvPr id="75" name="矩形 32">
              <a:extLst>
                <a:ext uri="{FF2B5EF4-FFF2-40B4-BE49-F238E27FC236}">
                  <a16:creationId xmlns:a16="http://schemas.microsoft.com/office/drawing/2014/main" id="{12089816-B342-4FCB-A889-06CD91897FA4}"/>
                </a:ext>
              </a:extLst>
            </p:cNvPr>
            <p:cNvSpPr/>
            <p:nvPr/>
          </p:nvSpPr>
          <p:spPr>
            <a:xfrm rot="20775199">
              <a:off x="922813" y="5314698"/>
              <a:ext cx="209443" cy="209443"/>
            </a:xfrm>
            <a:custGeom>
              <a:avLst/>
              <a:gdLst>
                <a:gd name="connsiteX0" fmla="*/ 10800 w 360000"/>
                <a:gd name="connsiteY0" fmla="*/ 0 h 360000"/>
                <a:gd name="connsiteX1" fmla="*/ 349200 w 360000"/>
                <a:gd name="connsiteY1" fmla="*/ 0 h 360000"/>
                <a:gd name="connsiteX2" fmla="*/ 360000 w 360000"/>
                <a:gd name="connsiteY2" fmla="*/ 10800 h 360000"/>
                <a:gd name="connsiteX3" fmla="*/ 360000 w 360000"/>
                <a:gd name="connsiteY3" fmla="*/ 349200 h 360000"/>
                <a:gd name="connsiteX4" fmla="*/ 349200 w 360000"/>
                <a:gd name="connsiteY4" fmla="*/ 360000 h 360000"/>
                <a:gd name="connsiteX5" fmla="*/ 10800 w 360000"/>
                <a:gd name="connsiteY5" fmla="*/ 360000 h 360000"/>
                <a:gd name="connsiteX6" fmla="*/ 0 w 360000"/>
                <a:gd name="connsiteY6" fmla="*/ 349200 h 360000"/>
                <a:gd name="connsiteX7" fmla="*/ 0 w 360000"/>
                <a:gd name="connsiteY7" fmla="*/ 10800 h 360000"/>
                <a:gd name="connsiteX8" fmla="*/ 10800 w 360000"/>
                <a:gd name="connsiteY8" fmla="*/ 0 h 3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0000" h="360000">
                  <a:moveTo>
                    <a:pt x="10800" y="0"/>
                  </a:moveTo>
                  <a:lnTo>
                    <a:pt x="349200" y="0"/>
                  </a:lnTo>
                  <a:cubicBezTo>
                    <a:pt x="355161" y="0"/>
                    <a:pt x="360000" y="4839"/>
                    <a:pt x="360000" y="10800"/>
                  </a:cubicBezTo>
                  <a:lnTo>
                    <a:pt x="360000" y="349200"/>
                  </a:lnTo>
                  <a:cubicBezTo>
                    <a:pt x="360000" y="355161"/>
                    <a:pt x="355161" y="360000"/>
                    <a:pt x="349200" y="360000"/>
                  </a:cubicBezTo>
                  <a:lnTo>
                    <a:pt x="10800" y="360000"/>
                  </a:lnTo>
                  <a:cubicBezTo>
                    <a:pt x="4838" y="360000"/>
                    <a:pt x="0" y="355161"/>
                    <a:pt x="0" y="349200"/>
                  </a:cubicBezTo>
                  <a:lnTo>
                    <a:pt x="0" y="10800"/>
                  </a:lnTo>
                  <a:cubicBezTo>
                    <a:pt x="0" y="4839"/>
                    <a:pt x="4838" y="0"/>
                    <a:pt x="10800" y="0"/>
                  </a:cubicBezTo>
                </a:path>
              </a:pathLst>
            </a:custGeom>
            <a:solidFill>
              <a:schemeClr val="bg1"/>
            </a:solidFill>
            <a:ln w="12700">
              <a:solidFill>
                <a:srgbClr val="393E46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76" name="矩形 26">
              <a:extLst>
                <a:ext uri="{FF2B5EF4-FFF2-40B4-BE49-F238E27FC236}">
                  <a16:creationId xmlns:a16="http://schemas.microsoft.com/office/drawing/2014/main" id="{074176C2-CE24-1E34-54E0-52FF5F48634E}"/>
                </a:ext>
              </a:extLst>
            </p:cNvPr>
            <p:cNvSpPr/>
            <p:nvPr/>
          </p:nvSpPr>
          <p:spPr>
            <a:xfrm rot="20775199">
              <a:off x="968044" y="5251110"/>
              <a:ext cx="209443" cy="209443"/>
            </a:xfrm>
            <a:custGeom>
              <a:avLst/>
              <a:gdLst>
                <a:gd name="connsiteX0" fmla="*/ 10800 w 344953"/>
                <a:gd name="connsiteY0" fmla="*/ 0 h 344953"/>
                <a:gd name="connsiteX1" fmla="*/ 334153 w 344953"/>
                <a:gd name="connsiteY1" fmla="*/ 0 h 344953"/>
                <a:gd name="connsiteX2" fmla="*/ 344953 w 344953"/>
                <a:gd name="connsiteY2" fmla="*/ 10800 h 344953"/>
                <a:gd name="connsiteX3" fmla="*/ 344953 w 344953"/>
                <a:gd name="connsiteY3" fmla="*/ 334153 h 344953"/>
                <a:gd name="connsiteX4" fmla="*/ 334153 w 344953"/>
                <a:gd name="connsiteY4" fmla="*/ 344953 h 344953"/>
                <a:gd name="connsiteX5" fmla="*/ 10800 w 344953"/>
                <a:gd name="connsiteY5" fmla="*/ 344953 h 344953"/>
                <a:gd name="connsiteX6" fmla="*/ 0 w 344953"/>
                <a:gd name="connsiteY6" fmla="*/ 334153 h 344953"/>
                <a:gd name="connsiteX7" fmla="*/ 0 w 344953"/>
                <a:gd name="connsiteY7" fmla="*/ 10800 h 344953"/>
                <a:gd name="connsiteX8" fmla="*/ 10800 w 344953"/>
                <a:gd name="connsiteY8" fmla="*/ 0 h 344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4953" h="344953">
                  <a:moveTo>
                    <a:pt x="10800" y="0"/>
                  </a:moveTo>
                  <a:lnTo>
                    <a:pt x="334153" y="0"/>
                  </a:lnTo>
                  <a:cubicBezTo>
                    <a:pt x="340115" y="0"/>
                    <a:pt x="344953" y="4839"/>
                    <a:pt x="344953" y="10800"/>
                  </a:cubicBezTo>
                  <a:lnTo>
                    <a:pt x="344953" y="334153"/>
                  </a:lnTo>
                  <a:cubicBezTo>
                    <a:pt x="344953" y="340115"/>
                    <a:pt x="340115" y="344953"/>
                    <a:pt x="334153" y="344953"/>
                  </a:cubicBezTo>
                  <a:lnTo>
                    <a:pt x="10800" y="344953"/>
                  </a:lnTo>
                  <a:cubicBezTo>
                    <a:pt x="4838" y="344953"/>
                    <a:pt x="0" y="340115"/>
                    <a:pt x="0" y="334153"/>
                  </a:cubicBezTo>
                  <a:lnTo>
                    <a:pt x="0" y="10800"/>
                  </a:lnTo>
                  <a:cubicBezTo>
                    <a:pt x="0" y="4839"/>
                    <a:pt x="4838" y="0"/>
                    <a:pt x="10800" y="0"/>
                  </a:cubicBezTo>
                </a:path>
              </a:pathLst>
            </a:custGeom>
            <a:solidFill>
              <a:srgbClr val="FEED04"/>
            </a:solidFill>
            <a:ln w="12700">
              <a:solidFill>
                <a:srgbClr val="393E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</p:grp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C2EB8878-726E-3A52-6A75-C87DE2090C25}"/>
              </a:ext>
            </a:extLst>
          </p:cNvPr>
          <p:cNvGrpSpPr/>
          <p:nvPr userDrawn="1"/>
        </p:nvGrpSpPr>
        <p:grpSpPr>
          <a:xfrm>
            <a:off x="-20955" y="-3243"/>
            <a:ext cx="9163049" cy="656161"/>
            <a:chOff x="-20955" y="-3243"/>
            <a:chExt cx="9163049" cy="656161"/>
          </a:xfrm>
        </p:grpSpPr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BC42FCFF-0B31-B0E7-4CC8-06F86E7270BC}"/>
                </a:ext>
              </a:extLst>
            </p:cNvPr>
            <p:cNvSpPr/>
            <p:nvPr userDrawn="1"/>
          </p:nvSpPr>
          <p:spPr>
            <a:xfrm flipV="1">
              <a:off x="2197" y="581346"/>
              <a:ext cx="9139897" cy="7157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lumMod val="20000"/>
                    <a:lumOff val="80000"/>
                  </a:schemeClr>
                </a:gs>
                <a:gs pos="30000">
                  <a:schemeClr val="bg2"/>
                </a:gs>
              </a:gsLst>
              <a:lin ang="8100000" scaled="1"/>
              <a:tileRect/>
            </a:gradFill>
            <a:ln>
              <a:noFill/>
            </a:ln>
            <a:effectLst>
              <a:outerShdw blurRad="38100" sx="101000" sy="101000" algn="ctr" rotWithShape="0">
                <a:schemeClr val="bg2">
                  <a:lumMod val="9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79" name="组合 78">
              <a:extLst>
                <a:ext uri="{FF2B5EF4-FFF2-40B4-BE49-F238E27FC236}">
                  <a16:creationId xmlns:a16="http://schemas.microsoft.com/office/drawing/2014/main" id="{9F797DE8-CFE8-36A6-0FDA-018C2574437B}"/>
                </a:ext>
              </a:extLst>
            </p:cNvPr>
            <p:cNvGrpSpPr/>
            <p:nvPr userDrawn="1"/>
          </p:nvGrpSpPr>
          <p:grpSpPr>
            <a:xfrm>
              <a:off x="-20955" y="-3243"/>
              <a:ext cx="9162758" cy="584588"/>
              <a:chOff x="-20955" y="-3243"/>
              <a:chExt cx="9162758" cy="584588"/>
            </a:xfrm>
          </p:grpSpPr>
          <p:sp>
            <p:nvSpPr>
              <p:cNvPr id="80" name="矩形 79">
                <a:extLst>
                  <a:ext uri="{FF2B5EF4-FFF2-40B4-BE49-F238E27FC236}">
                    <a16:creationId xmlns:a16="http://schemas.microsoft.com/office/drawing/2014/main" id="{E0F7F040-8637-AC8E-6530-33E5BA8F6D12}"/>
                  </a:ext>
                </a:extLst>
              </p:cNvPr>
              <p:cNvSpPr/>
              <p:nvPr userDrawn="1"/>
            </p:nvSpPr>
            <p:spPr>
              <a:xfrm>
                <a:off x="2889645" y="0"/>
                <a:ext cx="6252158" cy="581345"/>
              </a:xfrm>
              <a:prstGeom prst="rect">
                <a:avLst/>
              </a:prstGeom>
              <a:solidFill>
                <a:srgbClr val="192F59"/>
              </a:solidFill>
              <a:ln w="25400" cap="flat" cmpd="sng" algn="ctr">
                <a:noFill/>
                <a:prstDash val="solid"/>
              </a:ln>
              <a:effectLst>
                <a:outerShdw blurRad="355600" dist="190500" dir="5400000" algn="t" rotWithShape="0">
                  <a:prstClr val="black">
                    <a:alpha val="11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zh-CN" altLang="en-US" kern="0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AE7FCFDD-72C0-105A-4C35-322049954B87}"/>
                  </a:ext>
                </a:extLst>
              </p:cNvPr>
              <p:cNvSpPr/>
              <p:nvPr userDrawn="1"/>
            </p:nvSpPr>
            <p:spPr>
              <a:xfrm>
                <a:off x="8103104" y="-3243"/>
                <a:ext cx="1038698" cy="581346"/>
              </a:xfrm>
              <a:prstGeom prst="rect">
                <a:avLst/>
              </a:prstGeom>
              <a:solidFill>
                <a:srgbClr val="EFC657">
                  <a:alpha val="9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0781E96A-B1F8-DC33-B4B3-F9699B1FB819}"/>
                  </a:ext>
                </a:extLst>
              </p:cNvPr>
              <p:cNvSpPr txBox="1"/>
              <p:nvPr userDrawn="1"/>
            </p:nvSpPr>
            <p:spPr>
              <a:xfrm>
                <a:off x="3839338" y="106006"/>
                <a:ext cx="11849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algn="ctr" defTabSz="457200" rtl="0" eaLnBrk="1" latinLnBrk="0" hangingPunct="1"/>
                <a:r>
                  <a:rPr lang="zh-CN" altLang="en-US" sz="1800" b="1" kern="1200" spc="15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学习目标</a:t>
                </a:r>
              </a:p>
            </p:txBody>
          </p:sp>
          <p:cxnSp>
            <p:nvCxnSpPr>
              <p:cNvPr id="83" name="直接连接符 82">
                <a:extLst>
                  <a:ext uri="{FF2B5EF4-FFF2-40B4-BE49-F238E27FC236}">
                    <a16:creationId xmlns:a16="http://schemas.microsoft.com/office/drawing/2014/main" id="{BDCB95A1-91E5-AB88-5AA4-16DC4C1B4B06}"/>
                  </a:ext>
                </a:extLst>
              </p:cNvPr>
              <p:cNvCxnSpPr/>
              <p:nvPr userDrawn="1"/>
            </p:nvCxnSpPr>
            <p:spPr>
              <a:xfrm>
                <a:off x="5849860" y="205406"/>
                <a:ext cx="0" cy="184973"/>
              </a:xfrm>
              <a:prstGeom prst="line">
                <a:avLst/>
              </a:prstGeom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接连接符 83">
                <a:extLst>
                  <a:ext uri="{FF2B5EF4-FFF2-40B4-BE49-F238E27FC236}">
                    <a16:creationId xmlns:a16="http://schemas.microsoft.com/office/drawing/2014/main" id="{C64C95B2-A21C-D459-F8DC-709BF9F4EE10}"/>
                  </a:ext>
                </a:extLst>
              </p:cNvPr>
              <p:cNvCxnSpPr/>
              <p:nvPr userDrawn="1"/>
            </p:nvCxnSpPr>
            <p:spPr>
              <a:xfrm>
                <a:off x="7163452" y="205406"/>
                <a:ext cx="0" cy="184973"/>
              </a:xfrm>
              <a:prstGeom prst="line">
                <a:avLst/>
              </a:prstGeom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直接连接符 84">
                <a:extLst>
                  <a:ext uri="{FF2B5EF4-FFF2-40B4-BE49-F238E27FC236}">
                    <a16:creationId xmlns:a16="http://schemas.microsoft.com/office/drawing/2014/main" id="{A53E30CF-DEB4-D449-B44E-06A2B74A3D82}"/>
                  </a:ext>
                </a:extLst>
              </p:cNvPr>
              <p:cNvCxnSpPr/>
              <p:nvPr userDrawn="1"/>
            </p:nvCxnSpPr>
            <p:spPr>
              <a:xfrm>
                <a:off x="8101220" y="205406"/>
                <a:ext cx="0" cy="184973"/>
              </a:xfrm>
              <a:prstGeom prst="line">
                <a:avLst/>
              </a:prstGeom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F8C30651-AA76-348A-4C39-139127BE70E9}"/>
                  </a:ext>
                </a:extLst>
              </p:cNvPr>
              <p:cNvSpPr txBox="1"/>
              <p:nvPr userDrawn="1"/>
            </p:nvSpPr>
            <p:spPr>
              <a:xfrm>
                <a:off x="5122739" y="100861"/>
                <a:ext cx="6848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algn="ctr" defTabSz="457200" rtl="0" eaLnBrk="1" latinLnBrk="0" hangingPunct="1"/>
                <a:r>
                  <a:rPr lang="zh-CN" altLang="en-US" sz="1800" b="1" kern="1200" spc="15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前测</a:t>
                </a:r>
              </a:p>
            </p:txBody>
          </p:sp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FA95863E-FC12-094C-CA7F-967021D70B80}"/>
                  </a:ext>
                </a:extLst>
              </p:cNvPr>
              <p:cNvSpPr txBox="1"/>
              <p:nvPr userDrawn="1"/>
            </p:nvSpPr>
            <p:spPr>
              <a:xfrm>
                <a:off x="7289935" y="100861"/>
                <a:ext cx="6848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algn="ctr" defTabSz="457200" rtl="0" eaLnBrk="1" latinLnBrk="0" hangingPunct="1"/>
                <a:r>
                  <a:rPr lang="zh-CN" altLang="en-US" sz="1800" b="1" kern="1200" spc="15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后测</a:t>
                </a:r>
              </a:p>
            </p:txBody>
          </p:sp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id="{CEA0B75A-11F8-E9D2-3689-F1B745C41FC7}"/>
                  </a:ext>
                </a:extLst>
              </p:cNvPr>
              <p:cNvSpPr txBox="1"/>
              <p:nvPr userDrawn="1"/>
            </p:nvSpPr>
            <p:spPr>
              <a:xfrm>
                <a:off x="8227703" y="94804"/>
                <a:ext cx="6848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algn="ctr" defTabSz="457200" rtl="0" eaLnBrk="1" latinLnBrk="0" hangingPunct="1"/>
                <a:r>
                  <a:rPr lang="zh-CN" altLang="en-US" sz="1800" b="1" kern="1200" spc="150" dirty="0">
                    <a:solidFill>
                      <a:srgbClr val="192F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总结</a:t>
                </a:r>
              </a:p>
            </p:txBody>
          </p:sp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E98064F7-879A-1028-524A-EDF0F79FE8E5}"/>
                  </a:ext>
                </a:extLst>
              </p:cNvPr>
              <p:cNvSpPr txBox="1"/>
              <p:nvPr userDrawn="1"/>
            </p:nvSpPr>
            <p:spPr>
              <a:xfrm>
                <a:off x="3013010" y="106006"/>
                <a:ext cx="6848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1800" b="1" spc="15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导入</a:t>
                </a:r>
              </a:p>
            </p:txBody>
          </p:sp>
          <p:pic>
            <p:nvPicPr>
              <p:cNvPr id="91" name="图片 90" descr="齐鲁理工logo">
                <a:extLst>
                  <a:ext uri="{FF2B5EF4-FFF2-40B4-BE49-F238E27FC236}">
                    <a16:creationId xmlns:a16="http://schemas.microsoft.com/office/drawing/2014/main" id="{36819D5E-47E2-F035-ED2F-6C0DE6A4AD56}"/>
                  </a:ext>
                </a:extLst>
              </p:cNvPr>
              <p:cNvPicPr>
                <a:picLocks noChangeAspect="1" noChangeArrowheads="1"/>
              </p:cNvPicPr>
              <p:nvPr userDrawn="1">
                <p:custDataLst>
                  <p:tags r:id="rId1"/>
                </p:custDataLst>
              </p:nvPr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-20955" y="71500"/>
                <a:ext cx="2716801" cy="48661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cxnSp>
            <p:nvCxnSpPr>
              <p:cNvPr id="92" name="直接连接符 91">
                <a:extLst>
                  <a:ext uri="{FF2B5EF4-FFF2-40B4-BE49-F238E27FC236}">
                    <a16:creationId xmlns:a16="http://schemas.microsoft.com/office/drawing/2014/main" id="{7A0103B5-3DB8-42E5-CDA9-1EBDBB73FAE1}"/>
                  </a:ext>
                </a:extLst>
              </p:cNvPr>
              <p:cNvCxnSpPr/>
              <p:nvPr userDrawn="1"/>
            </p:nvCxnSpPr>
            <p:spPr>
              <a:xfrm>
                <a:off x="5054522" y="205406"/>
                <a:ext cx="0" cy="184973"/>
              </a:xfrm>
              <a:prstGeom prst="line">
                <a:avLst/>
              </a:prstGeom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B625B460-3E03-C967-2210-749FEEDAAAFB}"/>
              </a:ext>
            </a:extLst>
          </p:cNvPr>
          <p:cNvSpPr txBox="1"/>
          <p:nvPr userDrawn="1"/>
        </p:nvSpPr>
        <p:spPr>
          <a:xfrm>
            <a:off x="5811077" y="100861"/>
            <a:ext cx="1435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ctr" defTabSz="457200" rtl="0" eaLnBrk="1" latinLnBrk="0" hangingPunct="1"/>
            <a:r>
              <a:rPr lang="zh-CN" altLang="en-US" sz="1800" b="1" kern="1200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参与式学习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38FF6101-A0F4-8DB3-1323-3C7D0642E952}"/>
              </a:ext>
            </a:extLst>
          </p:cNvPr>
          <p:cNvCxnSpPr/>
          <p:nvPr userDrawn="1"/>
        </p:nvCxnSpPr>
        <p:spPr>
          <a:xfrm>
            <a:off x="3752772" y="205406"/>
            <a:ext cx="0" cy="18497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64638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BAFF7-1D53-4FE4-B52B-B2CB5140FD3D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89C00-3007-445F-903C-C55D6E6A64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9671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342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BAFF7-1D53-4FE4-B52B-B2CB5140FD3D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89C00-3007-445F-903C-C55D6E6A64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7681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BAFF7-1D53-4FE4-B52B-B2CB5140FD3D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89C00-3007-445F-903C-C55D6E6A64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3899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BAFF7-1D53-4FE4-B52B-B2CB5140FD3D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89C00-3007-445F-903C-C55D6E6A64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93147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BAFF7-1D53-4FE4-B52B-B2CB5140FD3D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89C00-3007-445F-903C-C55D6E6A64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67023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BAFF7-1D53-4FE4-B52B-B2CB5140FD3D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889C00-3007-445F-903C-C55D6E6A648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54A22CE-6681-A385-2DC9-E0F7A5A204B0}"/>
              </a:ext>
            </a:extLst>
          </p:cNvPr>
          <p:cNvSpPr/>
          <p:nvPr userDrawn="1"/>
        </p:nvSpPr>
        <p:spPr>
          <a:xfrm>
            <a:off x="0" y="6714000"/>
            <a:ext cx="9144000" cy="144000"/>
          </a:xfrm>
          <a:prstGeom prst="rect">
            <a:avLst/>
          </a:prstGeom>
          <a:solidFill>
            <a:srgbClr val="3152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2317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0" r:id="rId2"/>
    <p:sldLayoutId id="2147483663" r:id="rId3"/>
    <p:sldLayoutId id="2147483678" r:id="rId4"/>
    <p:sldLayoutId id="2147483679" r:id="rId5"/>
    <p:sldLayoutId id="2147483673" r:id="rId6"/>
    <p:sldLayoutId id="2147483674" r:id="rId7"/>
    <p:sldLayoutId id="2147483664" r:id="rId8"/>
    <p:sldLayoutId id="2147483675" r:id="rId9"/>
    <p:sldLayoutId id="2147483676" r:id="rId10"/>
    <p:sldLayoutId id="2147483677" r:id="rId11"/>
    <p:sldLayoutId id="2147483665" r:id="rId12"/>
    <p:sldLayoutId id="2147483666" r:id="rId13"/>
    <p:sldLayoutId id="2147483667" r:id="rId14"/>
    <p:sldLayoutId id="2147483668" r:id="rId15"/>
    <p:sldLayoutId id="2147483669" r:id="rId16"/>
    <p:sldLayoutId id="2147483670" r:id="rId17"/>
    <p:sldLayoutId id="2147483657" r:id="rId1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2E06AC7-E2E6-F516-E236-CF3B7393ED30}"/>
              </a:ext>
            </a:extLst>
          </p:cNvPr>
          <p:cNvSpPr txBox="1"/>
          <p:nvPr/>
        </p:nvSpPr>
        <p:spPr>
          <a:xfrm>
            <a:off x="1828946" y="3044279"/>
            <a:ext cx="582723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模式识别技术及其应用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2FDE8EC-E151-C3BB-E7E2-1C40C1DB6236}"/>
              </a:ext>
            </a:extLst>
          </p:cNvPr>
          <p:cNvSpPr txBox="1"/>
          <p:nvPr/>
        </p:nvSpPr>
        <p:spPr>
          <a:xfrm>
            <a:off x="2191380" y="3887250"/>
            <a:ext cx="47612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十、特征选择与特征提取</a:t>
            </a:r>
          </a:p>
        </p:txBody>
      </p:sp>
    </p:spTree>
    <p:extLst>
      <p:ext uri="{BB962C8B-B14F-4D97-AF65-F5344CB8AC3E}">
        <p14:creationId xmlns:p14="http://schemas.microsoft.com/office/powerpoint/2010/main" val="15452589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3AC89E08-1348-DF14-3861-D849581858F8}"/>
              </a:ext>
            </a:extLst>
          </p:cNvPr>
          <p:cNvSpPr/>
          <p:nvPr/>
        </p:nvSpPr>
        <p:spPr>
          <a:xfrm>
            <a:off x="0" y="1918514"/>
            <a:ext cx="9144000" cy="3533828"/>
          </a:xfrm>
          <a:prstGeom prst="rect">
            <a:avLst/>
          </a:prstGeom>
          <a:solidFill>
            <a:srgbClr val="192F59">
              <a:alpha val="78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>
              <a:solidFill>
                <a:srgbClr val="FFFFFF"/>
              </a:solidFill>
              <a:cs typeface="+mn-ea"/>
              <a:sym typeface="+mn-lt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82F3B1F3-657F-ACE5-5671-AEEFCA209A4F}"/>
              </a:ext>
            </a:extLst>
          </p:cNvPr>
          <p:cNvGrpSpPr/>
          <p:nvPr/>
        </p:nvGrpSpPr>
        <p:grpSpPr>
          <a:xfrm>
            <a:off x="0" y="1865487"/>
            <a:ext cx="9144000" cy="3639881"/>
            <a:chOff x="0" y="2025015"/>
            <a:chExt cx="9144000" cy="2647950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7C9E4ADD-F920-2318-EB95-D23D21D9DA28}"/>
                </a:ext>
              </a:extLst>
            </p:cNvPr>
            <p:cNvSpPr/>
            <p:nvPr userDrawn="1"/>
          </p:nvSpPr>
          <p:spPr>
            <a:xfrm>
              <a:off x="0" y="2065020"/>
              <a:ext cx="9144000" cy="2527935"/>
            </a:xfrm>
            <a:prstGeom prst="rect">
              <a:avLst/>
            </a:prstGeom>
            <a:blipFill>
              <a:blip r:embed="rId2"/>
              <a:srcRect/>
              <a:stretch>
                <a:fillRect t="-144025" b="-38197"/>
              </a:stretch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DCF25D95-BAB3-3A78-B0EF-071DB2004334}"/>
                </a:ext>
              </a:extLst>
            </p:cNvPr>
            <p:cNvSpPr/>
            <p:nvPr userDrawn="1"/>
          </p:nvSpPr>
          <p:spPr>
            <a:xfrm>
              <a:off x="0" y="2065020"/>
              <a:ext cx="9144000" cy="2570798"/>
            </a:xfrm>
            <a:prstGeom prst="rect">
              <a:avLst/>
            </a:prstGeom>
            <a:solidFill>
              <a:srgbClr val="192F59">
                <a:alpha val="78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36CF57AD-E55B-D810-CFE2-8CA118250F85}"/>
                </a:ext>
              </a:extLst>
            </p:cNvPr>
            <p:cNvSpPr/>
            <p:nvPr userDrawn="1"/>
          </p:nvSpPr>
          <p:spPr>
            <a:xfrm>
              <a:off x="0" y="4584382"/>
              <a:ext cx="9144000" cy="88583"/>
            </a:xfrm>
            <a:prstGeom prst="rect">
              <a:avLst/>
            </a:prstGeom>
            <a:solidFill>
              <a:srgbClr val="EAC357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6B754DF2-FB19-BC98-9A34-0D7E97CA9E13}"/>
                </a:ext>
              </a:extLst>
            </p:cNvPr>
            <p:cNvSpPr/>
            <p:nvPr userDrawn="1"/>
          </p:nvSpPr>
          <p:spPr>
            <a:xfrm>
              <a:off x="0" y="2025015"/>
              <a:ext cx="9144000" cy="88583"/>
            </a:xfrm>
            <a:prstGeom prst="rect">
              <a:avLst/>
            </a:prstGeom>
            <a:solidFill>
              <a:srgbClr val="EAC357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3D5FD559-D260-16C4-1A8C-7D7ECD7EE592}"/>
              </a:ext>
            </a:extLst>
          </p:cNvPr>
          <p:cNvSpPr txBox="1"/>
          <p:nvPr/>
        </p:nvSpPr>
        <p:spPr>
          <a:xfrm>
            <a:off x="3034559" y="3429000"/>
            <a:ext cx="307488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4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基本概念</a:t>
            </a:r>
          </a:p>
        </p:txBody>
      </p:sp>
    </p:spTree>
    <p:extLst>
      <p:ext uri="{BB962C8B-B14F-4D97-AF65-F5344CB8AC3E}">
        <p14:creationId xmlns:p14="http://schemas.microsoft.com/office/powerpoint/2010/main" val="25132924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39842892-3BF3-8E88-C61C-8746A86804DB}"/>
              </a:ext>
            </a:extLst>
          </p:cNvPr>
          <p:cNvSpPr/>
          <p:nvPr/>
        </p:nvSpPr>
        <p:spPr>
          <a:xfrm>
            <a:off x="228565" y="736287"/>
            <a:ext cx="1546048" cy="520995"/>
          </a:xfrm>
          <a:prstGeom prst="roundRect">
            <a:avLst/>
          </a:prstGeom>
          <a:gradFill flip="none" rotWithShape="1">
            <a:gsLst>
              <a:gs pos="0">
                <a:srgbClr val="192F59">
                  <a:tint val="66000"/>
                  <a:satMod val="160000"/>
                </a:srgbClr>
              </a:gs>
              <a:gs pos="50000">
                <a:srgbClr val="192F59">
                  <a:tint val="44500"/>
                  <a:satMod val="160000"/>
                </a:srgbClr>
              </a:gs>
              <a:gs pos="100000">
                <a:srgbClr val="192F59">
                  <a:tint val="23500"/>
                  <a:satMod val="160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1E7E1FE-E548-D618-15F7-0A19CFEE199F}"/>
              </a:ext>
            </a:extLst>
          </p:cNvPr>
          <p:cNvSpPr txBox="1"/>
          <p:nvPr/>
        </p:nvSpPr>
        <p:spPr>
          <a:xfrm>
            <a:off x="74507" y="1403771"/>
            <a:ext cx="8994986" cy="1135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b="1" spc="-15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特征：</a:t>
            </a:r>
            <a:r>
              <a:rPr lang="zh-CN" altLang="en-US" sz="2400" spc="-15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把现实中的一个模式（样本），转换成可以计算、可以比较的</a:t>
            </a:r>
            <a:r>
              <a:rPr lang="zh-CN" altLang="en-US" sz="2400" b="1" spc="-15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量化属性</a:t>
            </a:r>
            <a:r>
              <a:rPr lang="zh-CN" altLang="en-US" sz="2400" spc="-15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，每一个量化属性，就叫一个特征。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pic>
        <p:nvPicPr>
          <p:cNvPr id="1026" name="Picture 2" descr="隐私问题与安全争议未休，人脸识别技术的应用边界该如何圈点？_搜狐网">
            <a:extLst>
              <a:ext uri="{FF2B5EF4-FFF2-40B4-BE49-F238E27FC236}">
                <a16:creationId xmlns:a16="http://schemas.microsoft.com/office/drawing/2014/main" id="{06CEDE0C-564D-EF26-82E6-CAB367AD7E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>
            <a:fillRect/>
          </a:stretch>
        </p:blipFill>
        <p:spPr bwMode="auto">
          <a:xfrm>
            <a:off x="560507" y="3000592"/>
            <a:ext cx="3363228" cy="3245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4E9BE8F-4131-1EA8-7CB4-53F3ED3EEE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9870" y="3000592"/>
            <a:ext cx="3498743" cy="3181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6716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AB95C-20EE-B3F3-CB46-E3F999C92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BC0F5B26-2164-FAB2-F1D7-644723659F04}"/>
              </a:ext>
            </a:extLst>
          </p:cNvPr>
          <p:cNvSpPr/>
          <p:nvPr/>
        </p:nvSpPr>
        <p:spPr>
          <a:xfrm>
            <a:off x="228566" y="736287"/>
            <a:ext cx="2175968" cy="520995"/>
          </a:xfrm>
          <a:prstGeom prst="roundRect">
            <a:avLst/>
          </a:prstGeom>
          <a:gradFill flip="none" rotWithShape="1">
            <a:gsLst>
              <a:gs pos="0">
                <a:srgbClr val="192F59">
                  <a:tint val="66000"/>
                  <a:satMod val="160000"/>
                </a:srgbClr>
              </a:gs>
              <a:gs pos="50000">
                <a:srgbClr val="192F59">
                  <a:tint val="44500"/>
                  <a:satMod val="160000"/>
                </a:srgbClr>
              </a:gs>
              <a:gs pos="100000">
                <a:srgbClr val="192F59">
                  <a:tint val="23500"/>
                  <a:satMod val="160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 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特征提取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1DD3F2F-9405-22BC-2F6A-9AE333835A0D}"/>
                  </a:ext>
                </a:extLst>
              </p:cNvPr>
              <p:cNvSpPr txBox="1"/>
              <p:nvPr/>
            </p:nvSpPr>
            <p:spPr>
              <a:xfrm>
                <a:off x="89130" y="1427018"/>
                <a:ext cx="9000683" cy="1135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64769" algn="just">
                  <a:lnSpc>
                    <a:spcPct val="150000"/>
                  </a:lnSpc>
                  <a:spcBef>
                    <a:spcPts val="1440"/>
                  </a:spcBef>
                </a:pPr>
                <a:r>
                  <a:rPr lang="zh-CN" altLang="en-US" sz="2400" b="1" spc="-2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Microsoft YaHei"/>
                  </a:rPr>
                  <a:t>特征提取</a:t>
                </a:r>
                <a:r>
                  <a:rPr lang="zh-CN" altLang="en-US" sz="2400" spc="-2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Microsoft YaHei"/>
                  </a:rPr>
                  <a:t>：特征提取是指利用某种</a:t>
                </a:r>
                <a:r>
                  <a:rPr lang="zh-CN" altLang="en-US" sz="2400" b="1" spc="-2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Microsoft YaHei"/>
                  </a:rPr>
                  <a:t>数学映射</a:t>
                </a:r>
                <a:r>
                  <a:rPr lang="zh-CN" altLang="en-US" sz="2400" spc="-2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Microsoft YaHei"/>
                  </a:rPr>
                  <a:t>，将高维空间的原始输入数据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1" spc="-20" dirty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Microsoft YaHei"/>
                      </a:rPr>
                      <m:t>X</m:t>
                    </m:r>
                    <m:r>
                      <a:rPr lang="en-US" altLang="zh-CN" sz="2400" i="1" spc="-20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Microsoft YaHei"/>
                      </a:rPr>
                      <m:t> </m:t>
                    </m:r>
                  </m:oMath>
                </a14:m>
                <a:r>
                  <a:rPr lang="zh-CN" altLang="en-US" sz="2400" spc="-2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Microsoft YaHei"/>
                  </a:rPr>
                  <a:t>变换到一个低维的特征空间 </a:t>
                </a:r>
                <a14:m>
                  <m:oMath xmlns:m="http://schemas.openxmlformats.org/officeDocument/2006/math">
                    <m:r>
                      <a:rPr lang="en-US" altLang="zh-CN" sz="2400" i="1" spc="-20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Microsoft YaHei"/>
                      </a:rPr>
                      <m:t>𝑌</m:t>
                    </m:r>
                  </m:oMath>
                </a14:m>
                <a:r>
                  <a:rPr lang="en-US" altLang="zh-CN" sz="2400" spc="-2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Microsoft YaHei"/>
                  </a:rPr>
                  <a:t> </a:t>
                </a:r>
                <a:r>
                  <a:rPr lang="zh-CN" altLang="en-US" sz="2400" spc="-2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Microsoft YaHei"/>
                  </a:rPr>
                  <a:t>的过程。</a:t>
                </a:r>
                <a:endPara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Microsoft YaHei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1DD3F2F-9405-22BC-2F6A-9AE333835A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30" y="1427018"/>
                <a:ext cx="9000683" cy="1135054"/>
              </a:xfrm>
              <a:prstGeom prst="rect">
                <a:avLst/>
              </a:prstGeom>
              <a:blipFill>
                <a:blip r:embed="rId3"/>
                <a:stretch>
                  <a:fillRect l="-339" r="-1016" b="-118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E51F1848-5500-6F68-BF9F-562706DDFDDD}"/>
                  </a:ext>
                </a:extLst>
              </p:cNvPr>
              <p:cNvSpPr txBox="1"/>
              <p:nvPr/>
            </p:nvSpPr>
            <p:spPr>
              <a:xfrm>
                <a:off x="3854027" y="3198167"/>
                <a:ext cx="186943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zh-CN" altLang="en-US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E51F1848-5500-6F68-BF9F-562706DDFD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4027" y="3198167"/>
                <a:ext cx="1869439" cy="461665"/>
              </a:xfrm>
              <a:prstGeom prst="rect">
                <a:avLst/>
              </a:prstGeom>
              <a:blipFill>
                <a:blip r:embed="rId4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79D628B-33C9-301B-9E37-20557B59066F}"/>
                  </a:ext>
                </a:extLst>
              </p:cNvPr>
              <p:cNvSpPr txBox="1"/>
              <p:nvPr/>
            </p:nvSpPr>
            <p:spPr>
              <a:xfrm>
                <a:off x="294640" y="4295927"/>
                <a:ext cx="8849360" cy="11512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zh-CN" altLang="en-US" sz="2400" spc="-2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Microsoft YaHei"/>
                      </a:rPr>
                      <m:t>𝑋</m:t>
                    </m:r>
                    <m:r>
                      <a:rPr lang="zh-CN" altLang="en-US" sz="2400" spc="-2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Microsoft YaHei"/>
                      </a:rPr>
                      <m:t>∈</m:t>
                    </m:r>
                    <m:sSup>
                      <m:sSupPr>
                        <m:ctrlPr>
                          <a:rPr lang="zh-CN" altLang="en-US" sz="2400" i="1" spc="-2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Microsoft YaHei"/>
                          </a:rPr>
                        </m:ctrlPr>
                      </m:sSupPr>
                      <m:e>
                        <m:r>
                          <a:rPr lang="zh-CN" altLang="en-US" sz="2400" spc="-2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Microsoft YaHei"/>
                          </a:rPr>
                          <m:t>ℝ</m:t>
                        </m:r>
                      </m:e>
                      <m:sup>
                        <m:r>
                          <a:rPr lang="zh-CN" altLang="en-US" sz="2400" spc="-2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Microsoft YaHei"/>
                          </a:rPr>
                          <m:t>𝐷</m:t>
                        </m:r>
                      </m:sup>
                    </m:sSup>
                  </m:oMath>
                </a14:m>
                <a:r>
                  <a:rPr lang="zh-CN" altLang="en-US" sz="2400" spc="-2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Microsoft YaHei"/>
                  </a:rPr>
                  <a:t>，是原始输入向量（维度为 </a:t>
                </a:r>
                <a:r>
                  <a:rPr lang="en-US" altLang="zh-CN" sz="2400" spc="-2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Microsoft YaHei"/>
                  </a:rPr>
                  <a:t>D</a:t>
                </a:r>
                <a:r>
                  <a:rPr lang="zh-CN" altLang="en-US" sz="2400" spc="-2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Microsoft YaHei"/>
                  </a:rPr>
                  <a:t>）。</a:t>
                </a:r>
                <a:endParaRPr lang="en-US" altLang="zh-CN" sz="2400" spc="-20" dirty="0">
                  <a:latin typeface="微软雅黑" panose="020B0503020204020204" pitchFamily="34" charset="-122"/>
                  <a:ea typeface="微软雅黑" panose="020B0503020204020204" pitchFamily="34" charset="-122"/>
                  <a:cs typeface="Microsoft YaHei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zh-CN" altLang="en-US" sz="2400" i="1" spc="-20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zh-CN" altLang="en-US" sz="2400" i="0" spc="-20" dirty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zh-CN" altLang="en-US" sz="2400" i="1" spc="-20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0" spc="-20" dirty="0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zh-CN" altLang="en-US" sz="2400" i="1" spc="-20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zh-CN" altLang="en-US" sz="2400" spc="-2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Microsoft YaHei"/>
                  </a:rPr>
                  <a:t>，是提取后的特征向量（维度为</a:t>
                </a:r>
                <a:r>
                  <a:rPr lang="en-US" altLang="zh-CN" sz="2400" spc="-2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Microsoft YaHei"/>
                  </a:rPr>
                  <a:t>d</a:t>
                </a:r>
                <a:r>
                  <a:rPr lang="zh-CN" altLang="en-US" sz="2400" spc="-2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Microsoft YaHei"/>
                  </a:rPr>
                  <a:t>）。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79D628B-33C9-301B-9E37-20557B5906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640" y="4295927"/>
                <a:ext cx="8849360" cy="1151277"/>
              </a:xfrm>
              <a:prstGeom prst="rect">
                <a:avLst/>
              </a:prstGeom>
              <a:blipFill>
                <a:blip r:embed="rId5"/>
                <a:stretch>
                  <a:fillRect l="-138" b="-105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>
            <a:extLst>
              <a:ext uri="{FF2B5EF4-FFF2-40B4-BE49-F238E27FC236}">
                <a16:creationId xmlns:a16="http://schemas.microsoft.com/office/drawing/2014/main" id="{55D2CB7D-A411-EC0E-1A83-4EF24276CF76}"/>
              </a:ext>
            </a:extLst>
          </p:cNvPr>
          <p:cNvSpPr txBox="1"/>
          <p:nvPr/>
        </p:nvSpPr>
        <p:spPr>
          <a:xfrm>
            <a:off x="1456266" y="5898633"/>
            <a:ext cx="62653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spc="-2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特征提取会创造出原本不存在的新属性</a:t>
            </a:r>
          </a:p>
        </p:txBody>
      </p:sp>
    </p:spTree>
    <p:extLst>
      <p:ext uri="{BB962C8B-B14F-4D97-AF65-F5344CB8AC3E}">
        <p14:creationId xmlns:p14="http://schemas.microsoft.com/office/powerpoint/2010/main" val="14844688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9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0F2E5-7D7F-9120-9782-451B8235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F3B55BA5-51AC-E500-364D-9EE590EACCC8}"/>
              </a:ext>
            </a:extLst>
          </p:cNvPr>
          <p:cNvSpPr/>
          <p:nvPr/>
        </p:nvSpPr>
        <p:spPr>
          <a:xfrm>
            <a:off x="228566" y="736287"/>
            <a:ext cx="2175968" cy="520995"/>
          </a:xfrm>
          <a:prstGeom prst="roundRect">
            <a:avLst/>
          </a:prstGeom>
          <a:gradFill flip="none" rotWithShape="1">
            <a:gsLst>
              <a:gs pos="0">
                <a:srgbClr val="192F59">
                  <a:tint val="66000"/>
                  <a:satMod val="160000"/>
                </a:srgbClr>
              </a:gs>
              <a:gs pos="50000">
                <a:srgbClr val="192F59">
                  <a:tint val="44500"/>
                  <a:satMod val="160000"/>
                </a:srgbClr>
              </a:gs>
              <a:gs pos="100000">
                <a:srgbClr val="192F59">
                  <a:tint val="23500"/>
                  <a:satMod val="160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 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特征提取</a:t>
            </a:r>
          </a:p>
        </p:txBody>
      </p:sp>
      <p:pic>
        <p:nvPicPr>
          <p:cNvPr id="2051" name="Picture 3" descr="新数据集">
            <a:extLst>
              <a:ext uri="{FF2B5EF4-FFF2-40B4-BE49-F238E27FC236}">
                <a16:creationId xmlns:a16="http://schemas.microsoft.com/office/drawing/2014/main" id="{9043DF19-9A61-A162-E4B5-79ACE6441F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66" y="1468433"/>
            <a:ext cx="3916368" cy="3916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1" name="组合 20">
            <a:extLst>
              <a:ext uri="{FF2B5EF4-FFF2-40B4-BE49-F238E27FC236}">
                <a16:creationId xmlns:a16="http://schemas.microsoft.com/office/drawing/2014/main" id="{B9C046DA-D4EA-BF9B-6006-FD93351CC453}"/>
              </a:ext>
            </a:extLst>
          </p:cNvPr>
          <p:cNvGrpSpPr/>
          <p:nvPr/>
        </p:nvGrpSpPr>
        <p:grpSpPr>
          <a:xfrm>
            <a:off x="5770877" y="2019160"/>
            <a:ext cx="1598507" cy="2591879"/>
            <a:chOff x="5770877" y="2019160"/>
            <a:chExt cx="1598507" cy="2591879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92421E78-A104-0B05-60DF-1CC4BBF1A59D}"/>
                </a:ext>
              </a:extLst>
            </p:cNvPr>
            <p:cNvSpPr txBox="1"/>
            <p:nvPr/>
          </p:nvSpPr>
          <p:spPr>
            <a:xfrm>
              <a:off x="5770877" y="2019160"/>
              <a:ext cx="155786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鼻梁高度</a:t>
              </a: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9BF865AF-A7A1-FFE4-57DD-1C684C1D9286}"/>
                </a:ext>
              </a:extLst>
            </p:cNvPr>
            <p:cNvSpPr txBox="1"/>
            <p:nvPr/>
          </p:nvSpPr>
          <p:spPr>
            <a:xfrm>
              <a:off x="5811517" y="3117335"/>
              <a:ext cx="155786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眼角角度</a:t>
              </a: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4A6EC01A-ADE4-A5FB-EE9A-4771E63A14E7}"/>
                </a:ext>
              </a:extLst>
            </p:cNvPr>
            <p:cNvSpPr txBox="1"/>
            <p:nvPr/>
          </p:nvSpPr>
          <p:spPr>
            <a:xfrm>
              <a:off x="5811517" y="4149374"/>
              <a:ext cx="147658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下巴弧度</a:t>
              </a: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E1C5DC28-4ED2-8308-1308-FF7E9FEEC6E8}"/>
              </a:ext>
            </a:extLst>
          </p:cNvPr>
          <p:cNvSpPr txBox="1"/>
          <p:nvPr/>
        </p:nvSpPr>
        <p:spPr>
          <a:xfrm>
            <a:off x="228566" y="5498869"/>
            <a:ext cx="88933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这些数值不再是像素点，而是通过像素点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加权组合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得到的新属性，它们更能抓住“人脸识别”的本质。</a:t>
            </a:r>
          </a:p>
        </p:txBody>
      </p:sp>
      <p:sp>
        <p:nvSpPr>
          <p:cNvPr id="20" name="箭头: 右 19">
            <a:extLst>
              <a:ext uri="{FF2B5EF4-FFF2-40B4-BE49-F238E27FC236}">
                <a16:creationId xmlns:a16="http://schemas.microsoft.com/office/drawing/2014/main" id="{3847D0E9-03E5-9C5A-7663-B01BF0B810C0}"/>
              </a:ext>
            </a:extLst>
          </p:cNvPr>
          <p:cNvSpPr/>
          <p:nvPr/>
        </p:nvSpPr>
        <p:spPr>
          <a:xfrm>
            <a:off x="4273973" y="3039196"/>
            <a:ext cx="1144694" cy="77484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81024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AF5F8-38A5-0653-3307-7121382C6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5D552B5C-E409-8C38-68D0-4C1BB162E472}"/>
              </a:ext>
            </a:extLst>
          </p:cNvPr>
          <p:cNvSpPr/>
          <p:nvPr/>
        </p:nvSpPr>
        <p:spPr>
          <a:xfrm>
            <a:off x="228566" y="736287"/>
            <a:ext cx="2175968" cy="520995"/>
          </a:xfrm>
          <a:prstGeom prst="roundRect">
            <a:avLst/>
          </a:prstGeom>
          <a:gradFill flip="none" rotWithShape="1">
            <a:gsLst>
              <a:gs pos="0">
                <a:srgbClr val="192F59">
                  <a:tint val="66000"/>
                  <a:satMod val="160000"/>
                </a:srgbClr>
              </a:gs>
              <a:gs pos="50000">
                <a:srgbClr val="192F59">
                  <a:tint val="44500"/>
                  <a:satMod val="160000"/>
                </a:srgbClr>
              </a:gs>
              <a:gs pos="100000">
                <a:srgbClr val="192F59">
                  <a:tint val="23500"/>
                  <a:satMod val="160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 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特征提取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5BEB009-50AE-3FF2-C4FE-A3C766D7A39E}"/>
              </a:ext>
            </a:extLst>
          </p:cNvPr>
          <p:cNvSpPr txBox="1"/>
          <p:nvPr/>
        </p:nvSpPr>
        <p:spPr>
          <a:xfrm>
            <a:off x="174379" y="1396014"/>
            <a:ext cx="30294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特征提取的主要目的：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442E7E3-86FC-AD90-B16F-F9DEA6BE2EC1}"/>
              </a:ext>
            </a:extLst>
          </p:cNvPr>
          <p:cNvSpPr txBox="1"/>
          <p:nvPr/>
        </p:nvSpPr>
        <p:spPr>
          <a:xfrm>
            <a:off x="174379" y="1948998"/>
            <a:ext cx="8893386" cy="3351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降维。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消除原始数据中的相关性和冗余，缓解“维数灾难”，降低后续分类器的计算开销。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增强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。通过数学变换（如从时域变换到频域），放大对分类有用的信息，抑制噪声。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鲁棒性。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寻找对干扰（如平移、旋转、光照变化）具有不变性的特征，使模型更稳定。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873052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B7AEB-0070-62FA-82EC-AD8458207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28C1B24A-96FE-2A28-6641-28EEA4FF3605}"/>
              </a:ext>
            </a:extLst>
          </p:cNvPr>
          <p:cNvSpPr/>
          <p:nvPr/>
        </p:nvSpPr>
        <p:spPr>
          <a:xfrm>
            <a:off x="228566" y="736287"/>
            <a:ext cx="2175968" cy="520995"/>
          </a:xfrm>
          <a:prstGeom prst="roundRect">
            <a:avLst/>
          </a:prstGeom>
          <a:gradFill flip="none" rotWithShape="1">
            <a:gsLst>
              <a:gs pos="0">
                <a:srgbClr val="192F59">
                  <a:tint val="66000"/>
                  <a:satMod val="160000"/>
                </a:srgbClr>
              </a:gs>
              <a:gs pos="50000">
                <a:srgbClr val="192F59">
                  <a:tint val="44500"/>
                  <a:satMod val="160000"/>
                </a:srgbClr>
              </a:gs>
              <a:gs pos="100000">
                <a:srgbClr val="192F59">
                  <a:tint val="23500"/>
                  <a:satMod val="160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 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特征选择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C45B1E1-E787-FC01-A7E0-2531AA6AFED0}"/>
              </a:ext>
            </a:extLst>
          </p:cNvPr>
          <p:cNvSpPr txBox="1"/>
          <p:nvPr/>
        </p:nvSpPr>
        <p:spPr>
          <a:xfrm>
            <a:off x="228566" y="1257282"/>
            <a:ext cx="8793515" cy="1689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特征选择：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从原始特征集合中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挑选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出一个最优子集，使得在这个子集上建立的模型性能（如分类准确率、泛化能力）达到最优，或者在保持性能不显著下降的前提下，最大限度地减少特征数量。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AAF3568-C7D8-C51A-C782-84484E6BFC7A}"/>
              </a:ext>
            </a:extLst>
          </p:cNvPr>
          <p:cNvSpPr txBox="1"/>
          <p:nvPr/>
        </p:nvSpPr>
        <p:spPr>
          <a:xfrm>
            <a:off x="228566" y="2975999"/>
            <a:ext cx="30294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特征提取的主要目的：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4388D85-E16F-8787-799E-67442CDAF966}"/>
              </a:ext>
            </a:extLst>
          </p:cNvPr>
          <p:cNvSpPr txBox="1"/>
          <p:nvPr/>
        </p:nvSpPr>
        <p:spPr>
          <a:xfrm>
            <a:off x="228566" y="3331863"/>
            <a:ext cx="8893386" cy="22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消除冗余。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有些特征之间高度相关，保留一个即可。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去除噪声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。有些特征与分类任务完全无关，反而会干扰分类器。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提高计算效率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。更少的特征意味着更快的训练速度和更低的存储需求。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567046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51E74-0990-7638-B4C6-C5B541203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87B870-BE8A-0EAB-4155-F69B9080155C}"/>
              </a:ext>
            </a:extLst>
          </p:cNvPr>
          <p:cNvSpPr/>
          <p:nvPr/>
        </p:nvSpPr>
        <p:spPr>
          <a:xfrm>
            <a:off x="0" y="1918514"/>
            <a:ext cx="9144000" cy="3533828"/>
          </a:xfrm>
          <a:prstGeom prst="rect">
            <a:avLst/>
          </a:prstGeom>
          <a:solidFill>
            <a:srgbClr val="192F59">
              <a:alpha val="78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>
              <a:solidFill>
                <a:srgbClr val="FFFFFF"/>
              </a:solidFill>
              <a:cs typeface="+mn-ea"/>
              <a:sym typeface="+mn-lt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4BE2F554-CE64-DA7B-5CCE-0E21734EE44E}"/>
              </a:ext>
            </a:extLst>
          </p:cNvPr>
          <p:cNvGrpSpPr/>
          <p:nvPr/>
        </p:nvGrpSpPr>
        <p:grpSpPr>
          <a:xfrm>
            <a:off x="0" y="1865487"/>
            <a:ext cx="9144000" cy="3639881"/>
            <a:chOff x="0" y="2025015"/>
            <a:chExt cx="9144000" cy="2647950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9BD44FB4-B36D-F43E-62AA-B85B11A10430}"/>
                </a:ext>
              </a:extLst>
            </p:cNvPr>
            <p:cNvSpPr/>
            <p:nvPr userDrawn="1"/>
          </p:nvSpPr>
          <p:spPr>
            <a:xfrm>
              <a:off x="0" y="2065020"/>
              <a:ext cx="9144000" cy="2527935"/>
            </a:xfrm>
            <a:prstGeom prst="rect">
              <a:avLst/>
            </a:prstGeom>
            <a:blipFill>
              <a:blip r:embed="rId2"/>
              <a:srcRect/>
              <a:stretch>
                <a:fillRect t="-144025" b="-38197"/>
              </a:stretch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DACFDB2C-C947-21F3-543C-6F49D4F697EC}"/>
                </a:ext>
              </a:extLst>
            </p:cNvPr>
            <p:cNvSpPr/>
            <p:nvPr userDrawn="1"/>
          </p:nvSpPr>
          <p:spPr>
            <a:xfrm>
              <a:off x="0" y="2065020"/>
              <a:ext cx="9144000" cy="2570798"/>
            </a:xfrm>
            <a:prstGeom prst="rect">
              <a:avLst/>
            </a:prstGeom>
            <a:solidFill>
              <a:srgbClr val="192F59">
                <a:alpha val="78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A508BEFC-027D-71A7-4AA4-17174859C363}"/>
                </a:ext>
              </a:extLst>
            </p:cNvPr>
            <p:cNvSpPr/>
            <p:nvPr userDrawn="1"/>
          </p:nvSpPr>
          <p:spPr>
            <a:xfrm>
              <a:off x="0" y="4584382"/>
              <a:ext cx="9144000" cy="88583"/>
            </a:xfrm>
            <a:prstGeom prst="rect">
              <a:avLst/>
            </a:prstGeom>
            <a:solidFill>
              <a:srgbClr val="EAC357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E37D57C6-2E11-73AD-6A04-DA33734CB1F2}"/>
                </a:ext>
              </a:extLst>
            </p:cNvPr>
            <p:cNvSpPr/>
            <p:nvPr userDrawn="1"/>
          </p:nvSpPr>
          <p:spPr>
            <a:xfrm>
              <a:off x="0" y="2025015"/>
              <a:ext cx="9144000" cy="88583"/>
            </a:xfrm>
            <a:prstGeom prst="rect">
              <a:avLst/>
            </a:prstGeom>
            <a:solidFill>
              <a:srgbClr val="EAC357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D1B7F395-B790-726F-B11A-23F104BD9D78}"/>
              </a:ext>
            </a:extLst>
          </p:cNvPr>
          <p:cNvSpPr txBox="1"/>
          <p:nvPr/>
        </p:nvSpPr>
        <p:spPr>
          <a:xfrm>
            <a:off x="1989401" y="3300707"/>
            <a:ext cx="516519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4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类别的可分性测度</a:t>
            </a:r>
          </a:p>
        </p:txBody>
      </p:sp>
    </p:spTree>
    <p:extLst>
      <p:ext uri="{BB962C8B-B14F-4D97-AF65-F5344CB8AC3E}">
        <p14:creationId xmlns:p14="http://schemas.microsoft.com/office/powerpoint/2010/main" val="2010643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14CCB-B4F7-BBAB-014A-25F396E24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D5A7FB16-0ADE-92BE-EA9A-D7667541C41E}"/>
              </a:ext>
            </a:extLst>
          </p:cNvPr>
          <p:cNvSpPr/>
          <p:nvPr/>
        </p:nvSpPr>
        <p:spPr>
          <a:xfrm>
            <a:off x="228565" y="736287"/>
            <a:ext cx="3984448" cy="520995"/>
          </a:xfrm>
          <a:prstGeom prst="roundRect">
            <a:avLst/>
          </a:prstGeom>
          <a:gradFill flip="none" rotWithShape="1">
            <a:gsLst>
              <a:gs pos="0">
                <a:srgbClr val="192F59">
                  <a:tint val="66000"/>
                  <a:satMod val="160000"/>
                </a:srgbClr>
              </a:gs>
              <a:gs pos="50000">
                <a:srgbClr val="192F59">
                  <a:tint val="44500"/>
                  <a:satMod val="160000"/>
                </a:srgbClr>
              </a:gs>
              <a:gs pos="100000">
                <a:srgbClr val="192F59">
                  <a:tint val="23500"/>
                  <a:satMod val="160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类别的可分性测度定义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75EE2D6-C235-883E-B600-6B07E2E76D68}"/>
              </a:ext>
            </a:extLst>
          </p:cNvPr>
          <p:cNvSpPr txBox="1"/>
          <p:nvPr/>
        </p:nvSpPr>
        <p:spPr>
          <a:xfrm>
            <a:off x="175242" y="1331789"/>
            <a:ext cx="8793515" cy="1135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当需要进行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特征选择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时，必须首先确定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选择标准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。以分类问题为例，在选择特征时，期望所选特征能在分类中实现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最低错误率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847415C-BB3B-A9EB-56E7-D6726BB9D7F0}"/>
              </a:ext>
            </a:extLst>
          </p:cNvPr>
          <p:cNvSpPr txBox="1"/>
          <p:nvPr/>
        </p:nvSpPr>
        <p:spPr>
          <a:xfrm>
            <a:off x="3379893" y="2815610"/>
            <a:ext cx="26822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类别的可分性测度</a:t>
            </a:r>
            <a:endParaRPr lang="zh-CN" altLang="en-US" sz="2400" dirty="0"/>
          </a:p>
        </p:txBody>
      </p:sp>
      <p:sp>
        <p:nvSpPr>
          <p:cNvPr id="8" name="箭头: 下 7">
            <a:extLst>
              <a:ext uri="{FF2B5EF4-FFF2-40B4-BE49-F238E27FC236}">
                <a16:creationId xmlns:a16="http://schemas.microsoft.com/office/drawing/2014/main" id="{61AFDB48-9982-494F-82E4-F019ABC6EF01}"/>
              </a:ext>
            </a:extLst>
          </p:cNvPr>
          <p:cNvSpPr/>
          <p:nvPr/>
        </p:nvSpPr>
        <p:spPr>
          <a:xfrm>
            <a:off x="4456853" y="3366348"/>
            <a:ext cx="636693" cy="84666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F2299B2-B06D-B8F1-67B6-C503D1C71D9A}"/>
              </a:ext>
            </a:extLst>
          </p:cNvPr>
          <p:cNvSpPr txBox="1"/>
          <p:nvPr/>
        </p:nvSpPr>
        <p:spPr>
          <a:xfrm>
            <a:off x="4375571" y="4302086"/>
            <a:ext cx="7992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</a:t>
            </a:r>
            <a:endParaRPr lang="zh-CN" altLang="en-US" sz="24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7CB30B9-A4C9-E2FF-D75D-FF47229DC5C6}"/>
              </a:ext>
            </a:extLst>
          </p:cNvPr>
          <p:cNvSpPr txBox="1"/>
          <p:nvPr/>
        </p:nvSpPr>
        <p:spPr>
          <a:xfrm>
            <a:off x="2367279" y="5135684"/>
            <a:ext cx="52493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衡量特征在不同类别之间的可分离性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26324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 animBg="1"/>
      <p:bldP spid="11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F4FEE-839B-483F-515F-4CA81A072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3EE8301D-D7B6-BC11-75C7-78C4B193F345}"/>
              </a:ext>
            </a:extLst>
          </p:cNvPr>
          <p:cNvSpPr/>
          <p:nvPr/>
        </p:nvSpPr>
        <p:spPr>
          <a:xfrm>
            <a:off x="228565" y="736287"/>
            <a:ext cx="4580502" cy="520995"/>
          </a:xfrm>
          <a:prstGeom prst="roundRect">
            <a:avLst/>
          </a:prstGeom>
          <a:gradFill flip="none" rotWithShape="1">
            <a:gsLst>
              <a:gs pos="0">
                <a:srgbClr val="192F59">
                  <a:tint val="66000"/>
                  <a:satMod val="160000"/>
                </a:srgbClr>
              </a:gs>
              <a:gs pos="50000">
                <a:srgbClr val="192F59">
                  <a:tint val="44500"/>
                  <a:satMod val="160000"/>
                </a:srgbClr>
              </a:gs>
              <a:gs pos="100000">
                <a:srgbClr val="192F59">
                  <a:tint val="23500"/>
                  <a:satMod val="160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类别的可分性测度的类别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613CA5B-9C72-D141-C40A-A0AA504D7356}"/>
              </a:ext>
            </a:extLst>
          </p:cNvPr>
          <p:cNvSpPr txBox="1"/>
          <p:nvPr/>
        </p:nvSpPr>
        <p:spPr>
          <a:xfrm>
            <a:off x="175242" y="1331789"/>
            <a:ext cx="8793515" cy="581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EE47B85-4F7B-2D7A-5039-D9DEF7A4E864}"/>
              </a:ext>
            </a:extLst>
          </p:cNvPr>
          <p:cNvSpPr txBox="1"/>
          <p:nvPr/>
        </p:nvSpPr>
        <p:spPr>
          <a:xfrm>
            <a:off x="113520" y="1398995"/>
            <a:ext cx="51926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基于类内类间距离的类别可分性测度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E47FE50-02AE-4ECA-635E-EAB07451A04E}"/>
              </a:ext>
            </a:extLst>
          </p:cNvPr>
          <p:cNvSpPr txBox="1"/>
          <p:nvPr/>
        </p:nvSpPr>
        <p:spPr>
          <a:xfrm>
            <a:off x="113520" y="1812532"/>
            <a:ext cx="8392432" cy="141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核心是通过</a:t>
            </a:r>
            <a:r>
              <a:rPr lang="zh-CN" alt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量化 “</a:t>
            </a:r>
            <a:r>
              <a:rPr lang="zh-CN" altLang="en-US" sz="2000" b="1" i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同一类别内部数据的紧凑程度</a:t>
            </a:r>
            <a:r>
              <a:rPr lang="zh-CN" alt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”（类内距离）和 “</a:t>
            </a:r>
            <a:r>
              <a:rPr lang="zh-CN" altLang="en-US" sz="2000" b="1" i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不同类别之间数据的分离程度</a:t>
            </a:r>
            <a:r>
              <a:rPr lang="zh-CN" alt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”（类间距离）</a:t>
            </a:r>
            <a:r>
              <a:rPr lang="zh-CN" altLang="en-US" sz="2000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，来判断特征的区分能力 </a:t>
            </a:r>
            <a:r>
              <a:rPr lang="en-US" altLang="zh-CN" sz="2000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—— </a:t>
            </a:r>
            <a:r>
              <a:rPr lang="zh-CN" altLang="en-US" sz="2000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类内越紧凑、类间越分散，特征的可分性就越强。</a:t>
            </a: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FC89D19-B84D-E07C-376B-18452EDE3CB7}"/>
              </a:ext>
            </a:extLst>
          </p:cNvPr>
          <p:cNvSpPr txBox="1"/>
          <p:nvPr/>
        </p:nvSpPr>
        <p:spPr>
          <a:xfrm>
            <a:off x="113520" y="3245010"/>
            <a:ext cx="39226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基于概率分布的可分性测度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1EA5325-4EC4-EE71-8804-14AD3300A52E}"/>
              </a:ext>
            </a:extLst>
          </p:cNvPr>
          <p:cNvSpPr txBox="1"/>
          <p:nvPr/>
        </p:nvSpPr>
        <p:spPr>
          <a:xfrm>
            <a:off x="113520" y="3632069"/>
            <a:ext cx="8925832" cy="141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核心是</a:t>
            </a:r>
            <a:r>
              <a:rPr lang="zh-CN" altLang="en-US" sz="2000" b="1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通过量化 “</a:t>
            </a:r>
            <a:r>
              <a:rPr lang="zh-CN" altLang="en-US" sz="2000" b="1" i="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不同类别数据概率分布的差异或重叠程度</a:t>
            </a:r>
            <a:r>
              <a:rPr lang="zh-CN" altLang="en-US" sz="2000" b="1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” 来判断特征的区分能力</a:t>
            </a:r>
            <a:r>
              <a:rPr lang="en-US" altLang="zh-CN" sz="20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sz="20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两类数据的分布越不相似、重叠越少，该特征的可分性就越强。它从统计本质出发，比单纯的距离类测度更贴合数据的真实分布特性。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62C9E98-0F57-49BF-4806-92BE7623AF68}"/>
              </a:ext>
            </a:extLst>
          </p:cNvPr>
          <p:cNvSpPr txBox="1"/>
          <p:nvPr/>
        </p:nvSpPr>
        <p:spPr>
          <a:xfrm>
            <a:off x="113520" y="5079786"/>
            <a:ext cx="39226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基于概率分布的可分性测度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06498FA-DCA2-3D78-4410-6DBAD91CC3C5}"/>
              </a:ext>
            </a:extLst>
          </p:cNvPr>
          <p:cNvSpPr txBox="1"/>
          <p:nvPr/>
        </p:nvSpPr>
        <p:spPr>
          <a:xfrm>
            <a:off x="113520" y="5613881"/>
            <a:ext cx="8763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核心是</a:t>
            </a:r>
            <a:r>
              <a:rPr lang="zh-CN" altLang="en-US" sz="2000" b="1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从信息论视角出发，通过 “</a:t>
            </a:r>
            <a:r>
              <a:rPr lang="zh-CN" altLang="en-US" sz="2000" b="1" i="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特征携带的类别信息熵</a:t>
            </a:r>
            <a:r>
              <a:rPr lang="zh-CN" altLang="en-US" sz="2000" b="1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” 量化可分性</a:t>
            </a:r>
            <a:r>
              <a:rPr lang="en-US" altLang="zh-CN" sz="20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sz="20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特征能降低的 “类别不确定性”（熵的减少量）越多，说明它区分不同类别的能力越强。这类测度无需假设数据分布，适用范围极广。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366991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5" grpId="0"/>
      <p:bldP spid="5" grpId="0"/>
      <p:bldP spid="6" grpId="0"/>
      <p:bldP spid="9" grpId="0"/>
      <p:bldP spid="13" grpId="0"/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72489-9A58-935B-E9FC-F4C301864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D067576A-419C-57A3-C1A1-328C47C25C3C}"/>
              </a:ext>
            </a:extLst>
          </p:cNvPr>
          <p:cNvSpPr/>
          <p:nvPr/>
        </p:nvSpPr>
        <p:spPr>
          <a:xfrm>
            <a:off x="0" y="1918514"/>
            <a:ext cx="9144000" cy="3533828"/>
          </a:xfrm>
          <a:prstGeom prst="rect">
            <a:avLst/>
          </a:prstGeom>
          <a:solidFill>
            <a:srgbClr val="192F59">
              <a:alpha val="78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>
              <a:solidFill>
                <a:srgbClr val="FFFFFF"/>
              </a:solidFill>
              <a:cs typeface="+mn-ea"/>
              <a:sym typeface="+mn-lt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FBF11802-F277-3F5A-0D9C-AECB4B7204CB}"/>
              </a:ext>
            </a:extLst>
          </p:cNvPr>
          <p:cNvGrpSpPr/>
          <p:nvPr/>
        </p:nvGrpSpPr>
        <p:grpSpPr>
          <a:xfrm>
            <a:off x="0" y="1865487"/>
            <a:ext cx="9144000" cy="3639881"/>
            <a:chOff x="0" y="2025015"/>
            <a:chExt cx="9144000" cy="2647950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CD2623F4-D100-D720-96EE-B4929D662931}"/>
                </a:ext>
              </a:extLst>
            </p:cNvPr>
            <p:cNvSpPr/>
            <p:nvPr userDrawn="1"/>
          </p:nvSpPr>
          <p:spPr>
            <a:xfrm>
              <a:off x="0" y="2065020"/>
              <a:ext cx="9144000" cy="2527935"/>
            </a:xfrm>
            <a:prstGeom prst="rect">
              <a:avLst/>
            </a:prstGeom>
            <a:blipFill>
              <a:blip r:embed="rId2"/>
              <a:srcRect/>
              <a:stretch>
                <a:fillRect t="-144025" b="-38197"/>
              </a:stretch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3B9E411C-FC4E-59C5-7DE7-8DDE88A6E261}"/>
                </a:ext>
              </a:extLst>
            </p:cNvPr>
            <p:cNvSpPr/>
            <p:nvPr userDrawn="1"/>
          </p:nvSpPr>
          <p:spPr>
            <a:xfrm>
              <a:off x="0" y="2065020"/>
              <a:ext cx="9144000" cy="2570798"/>
            </a:xfrm>
            <a:prstGeom prst="rect">
              <a:avLst/>
            </a:prstGeom>
            <a:solidFill>
              <a:srgbClr val="192F59">
                <a:alpha val="78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75B82F-90D0-AF4D-A694-0BA18F46A2A5}"/>
                </a:ext>
              </a:extLst>
            </p:cNvPr>
            <p:cNvSpPr/>
            <p:nvPr userDrawn="1"/>
          </p:nvSpPr>
          <p:spPr>
            <a:xfrm>
              <a:off x="0" y="4584382"/>
              <a:ext cx="9144000" cy="88583"/>
            </a:xfrm>
            <a:prstGeom prst="rect">
              <a:avLst/>
            </a:prstGeom>
            <a:solidFill>
              <a:srgbClr val="EAC357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1CACDA9B-48B2-B400-222E-F5F50A827A98}"/>
                </a:ext>
              </a:extLst>
            </p:cNvPr>
            <p:cNvSpPr/>
            <p:nvPr userDrawn="1"/>
          </p:nvSpPr>
          <p:spPr>
            <a:xfrm>
              <a:off x="0" y="2025015"/>
              <a:ext cx="9144000" cy="88583"/>
            </a:xfrm>
            <a:prstGeom prst="rect">
              <a:avLst/>
            </a:prstGeom>
            <a:solidFill>
              <a:srgbClr val="EAC357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F24FEC39-0294-2E3A-154C-2ADA34DAA670}"/>
              </a:ext>
            </a:extLst>
          </p:cNvPr>
          <p:cNvSpPr txBox="1"/>
          <p:nvPr/>
        </p:nvSpPr>
        <p:spPr>
          <a:xfrm>
            <a:off x="1219159" y="3429000"/>
            <a:ext cx="670568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4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en-US" altLang="zh-CN" sz="4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K-L</a:t>
            </a:r>
            <a:r>
              <a:rPr lang="zh-CN" altLang="en-US" sz="4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变换的特征提取</a:t>
            </a:r>
            <a:endParaRPr lang="en-US" altLang="zh-CN" sz="4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973299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2E82D-528B-E10B-93AA-80BC3C335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9FB9473D-CD28-0CB7-8A13-F71EB9A1D6CC}"/>
              </a:ext>
            </a:extLst>
          </p:cNvPr>
          <p:cNvSpPr/>
          <p:nvPr/>
        </p:nvSpPr>
        <p:spPr>
          <a:xfrm>
            <a:off x="228565" y="736287"/>
            <a:ext cx="3178422" cy="520995"/>
          </a:xfrm>
          <a:prstGeom prst="roundRect">
            <a:avLst/>
          </a:prstGeom>
          <a:gradFill flip="none" rotWithShape="1">
            <a:gsLst>
              <a:gs pos="0">
                <a:srgbClr val="192F59">
                  <a:tint val="66000"/>
                  <a:satMod val="160000"/>
                </a:srgbClr>
              </a:gs>
              <a:gs pos="50000">
                <a:srgbClr val="192F59">
                  <a:tint val="44500"/>
                  <a:satMod val="160000"/>
                </a:srgbClr>
              </a:gs>
              <a:gs pos="100000">
                <a:srgbClr val="192F59">
                  <a:tint val="23500"/>
                  <a:satMod val="160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K-L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变换核心思想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432106E-C7E2-2531-F304-40CD60E372BF}"/>
              </a:ext>
            </a:extLst>
          </p:cNvPr>
          <p:cNvSpPr txBox="1"/>
          <p:nvPr/>
        </p:nvSpPr>
        <p:spPr>
          <a:xfrm>
            <a:off x="175242" y="1331789"/>
            <a:ext cx="8793515" cy="581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ECBFB29-D1CD-60FF-7AE8-FB90742C403D}"/>
              </a:ext>
            </a:extLst>
          </p:cNvPr>
          <p:cNvSpPr txBox="1"/>
          <p:nvPr/>
        </p:nvSpPr>
        <p:spPr>
          <a:xfrm>
            <a:off x="115147" y="1247951"/>
            <a:ext cx="8974666" cy="1134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在原始的高维空间中，找到一组最具代表性的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正交基向量，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数据在这组基向量上的投影，能保留原始数据中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最大的方差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89F09F6-083E-70DE-9575-96BE16857BE9}"/>
              </a:ext>
            </a:extLst>
          </p:cNvPr>
          <p:cNvSpPr txBox="1"/>
          <p:nvPr/>
        </p:nvSpPr>
        <p:spPr>
          <a:xfrm>
            <a:off x="115147" y="2355081"/>
            <a:ext cx="8974666" cy="11413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正交基向量：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集合中任意两个不同的向量之间的内积都为零，则称这组向量为正交基。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26D82A0-0592-9A9B-AB9E-F87EFA2C8E76}"/>
                  </a:ext>
                </a:extLst>
              </p:cNvPr>
              <p:cNvSpPr txBox="1"/>
              <p:nvPr/>
            </p:nvSpPr>
            <p:spPr>
              <a:xfrm>
                <a:off x="2649237" y="3429000"/>
                <a:ext cx="4795520" cy="4914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smtClean="0">
                          <a:latin typeface="Cambria Math" panose="02040503050406030204" pitchFamily="18" charset="0"/>
                        </a:rPr>
                        <m:t>⟨</m:t>
                      </m:r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1" i="0"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  <m:sub>
                          <m:r>
                            <a:rPr lang="zh-CN" altLang="en-US" sz="2400" b="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400" b="0" i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4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1" i="0"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  <m:sub>
                          <m:r>
                            <a:rPr lang="zh-CN" altLang="en-US" sz="2400" b="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zh-CN" altLang="en-US" sz="2400" b="0" i="0">
                          <a:latin typeface="Cambria Math" panose="02040503050406030204" pitchFamily="18" charset="0"/>
                        </a:rPr>
                        <m:t>⟩=0 </m:t>
                      </m:r>
                      <m:d>
                        <m:dPr>
                          <m:ctrlPr>
                            <a:rPr lang="zh-CN" altLang="en-US" sz="24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b="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zh-CN" altLang="en-US" sz="2400" b="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2400" b="0" i="0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zh-CN" altLang="en-US" sz="2400" b="0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</m:oMath>
                  </m:oMathPara>
                </a14:m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26D82A0-0592-9A9B-AB9E-F87EFA2C8E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9237" y="3429000"/>
                <a:ext cx="4795520" cy="491417"/>
              </a:xfrm>
              <a:prstGeom prst="rect">
                <a:avLst/>
              </a:prstGeom>
              <a:blipFill>
                <a:blip r:embed="rId3"/>
                <a:stretch>
                  <a:fillRect b="-11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13">
            <a:extLst>
              <a:ext uri="{FF2B5EF4-FFF2-40B4-BE49-F238E27FC236}">
                <a16:creationId xmlns:a16="http://schemas.microsoft.com/office/drawing/2014/main" id="{18282155-24D8-582F-A44E-3DB82880D4FE}"/>
              </a:ext>
            </a:extLst>
          </p:cNvPr>
          <p:cNvSpPr txBox="1"/>
          <p:nvPr/>
        </p:nvSpPr>
        <p:spPr>
          <a:xfrm>
            <a:off x="115147" y="3920417"/>
            <a:ext cx="4795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最大方差：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最多信息量。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16FDEA73-644D-D73A-7EF9-F88F3D65A083}"/>
                  </a:ext>
                </a:extLst>
              </p:cNvPr>
              <p:cNvSpPr txBox="1"/>
              <p:nvPr/>
            </p:nvSpPr>
            <p:spPr>
              <a:xfrm>
                <a:off x="2512907" y="4858856"/>
                <a:ext cx="4781974" cy="4682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a:rPr lang="zh-CN" alt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2400" b="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b="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zh-CN" altLang="en-US" sz="2400" b="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zh-CN" altLang="en-US" sz="2400" b="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2400" i="1" dirty="0"/>
                  <a:t>，</a:t>
                </a:r>
                <a14:m>
                  <m:oMath xmlns:m="http://schemas.openxmlformats.org/officeDocument/2006/math">
                    <m:r>
                      <a:rPr lang="zh-CN" altLang="en-US" sz="2400" b="0" i="1" dirty="0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zh-CN" altLang="en-US" sz="2400" b="0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zh-CN" alt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b="0" i="1" dirty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zh-CN" altLang="en-US" sz="2400" b="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zh-CN" alt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b="0" i="1" dirty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zh-CN" altLang="en-US" sz="2400" b="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e>
                        <m:r>
                          <a:rPr lang="zh-CN" altLang="en-US" sz="2400" b="0" i="1" dirty="0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  <m:e>
                        <m:sSub>
                          <m:sSubPr>
                            <m:ctrlPr>
                              <a:rPr lang="zh-CN" alt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b="0" i="1" dirty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zh-CN" altLang="en-US" sz="2400" b="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zh-CN" altLang="en-US" sz="2400" i="1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16FDEA73-644D-D73A-7EF9-F88F3D65A0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2907" y="4858856"/>
                <a:ext cx="4781974" cy="468205"/>
              </a:xfrm>
              <a:prstGeom prst="rect">
                <a:avLst/>
              </a:prstGeom>
              <a:blipFill>
                <a:blip r:embed="rId4"/>
                <a:stretch>
                  <a:fillRect l="-382" t="-9091" b="-2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本框 20">
            <a:extLst>
              <a:ext uri="{FF2B5EF4-FFF2-40B4-BE49-F238E27FC236}">
                <a16:creationId xmlns:a16="http://schemas.microsoft.com/office/drawing/2014/main" id="{6BBB8B88-744C-35D3-EB48-18DD7E6B7973}"/>
              </a:ext>
            </a:extLst>
          </p:cNvPr>
          <p:cNvSpPr txBox="1"/>
          <p:nvPr/>
        </p:nvSpPr>
        <p:spPr>
          <a:xfrm>
            <a:off x="115147" y="5610049"/>
            <a:ext cx="68817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使得用这组基重构原始信号时的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均方误差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最小。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9036551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8" grpId="0"/>
      <p:bldP spid="11" grpId="0"/>
      <p:bldP spid="14" grpId="0"/>
      <p:bldP spid="19" grpId="0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94CE3-020F-42F1-22DA-AF594BB39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ED7042B5-67FE-A065-7FB7-7B3C773F6D55}"/>
              </a:ext>
            </a:extLst>
          </p:cNvPr>
          <p:cNvSpPr/>
          <p:nvPr/>
        </p:nvSpPr>
        <p:spPr>
          <a:xfrm>
            <a:off x="228565" y="736287"/>
            <a:ext cx="3178422" cy="520995"/>
          </a:xfrm>
          <a:prstGeom prst="roundRect">
            <a:avLst/>
          </a:prstGeom>
          <a:gradFill flip="none" rotWithShape="1">
            <a:gsLst>
              <a:gs pos="0">
                <a:srgbClr val="192F59">
                  <a:tint val="66000"/>
                  <a:satMod val="160000"/>
                </a:srgbClr>
              </a:gs>
              <a:gs pos="50000">
                <a:srgbClr val="192F59">
                  <a:tint val="44500"/>
                  <a:satMod val="160000"/>
                </a:srgbClr>
              </a:gs>
              <a:gs pos="100000">
                <a:srgbClr val="192F59">
                  <a:tint val="23500"/>
                  <a:satMod val="160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K-L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变换数学定义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B198213-A0F2-DFF8-5D99-8714B6A0A2D9}"/>
              </a:ext>
            </a:extLst>
          </p:cNvPr>
          <p:cNvSpPr txBox="1"/>
          <p:nvPr/>
        </p:nvSpPr>
        <p:spPr>
          <a:xfrm>
            <a:off x="175242" y="1331789"/>
            <a:ext cx="8793515" cy="581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948DECC1-2521-C764-17C9-B40AC7ED5BA5}"/>
                  </a:ext>
                </a:extLst>
              </p:cNvPr>
              <p:cNvSpPr txBox="1"/>
              <p:nvPr/>
            </p:nvSpPr>
            <p:spPr>
              <a:xfrm>
                <a:off x="115147" y="1247951"/>
                <a:ext cx="8974666" cy="11950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en-US" sz="24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假设有一组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𝑛</m:t>
                    </m:r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维连续随机向量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𝑥</m:t>
                    </m:r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，我们希望将其投影到一组正交基向量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zh-CN" altLang="en-US" sz="24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上，得到新的分量</a:t>
                </a:r>
                <a14:m>
                  <m:oMath xmlns:m="http://schemas.openxmlformats.org/officeDocument/2006/math">
                    <m:r>
                      <a:rPr lang="zh-CN" altLang="en-US" sz="2400" b="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：</a:t>
                </a: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948DECC1-2521-C764-17C9-B40AC7ED5B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147" y="1247951"/>
                <a:ext cx="8974666" cy="1195071"/>
              </a:xfrm>
              <a:prstGeom prst="rect">
                <a:avLst/>
              </a:prstGeom>
              <a:blipFill>
                <a:blip r:embed="rId3"/>
                <a:stretch>
                  <a:fillRect l="-1087" r="-1019" b="-81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9FFA0D0C-8B05-9100-0B7B-FB9125857150}"/>
                  </a:ext>
                </a:extLst>
              </p:cNvPr>
              <p:cNvSpPr txBox="1"/>
              <p:nvPr/>
            </p:nvSpPr>
            <p:spPr>
              <a:xfrm>
                <a:off x="2438399" y="3341629"/>
                <a:ext cx="4781974" cy="4682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p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zh-CN" altLang="en-US" sz="2400" i="1" dirty="0"/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𝑾</m:t>
                    </m:r>
                    <m:r>
                      <a:rPr lang="zh-CN" altLang="en-US" sz="2400" b="0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zh-CN" alt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dirty="0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zh-CN" altLang="en-US" sz="2400" b="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zh-CN" alt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zh-CN" altLang="en-US" sz="2400" b="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e>
                        <m:r>
                          <a:rPr lang="zh-CN" altLang="en-US" sz="2400" b="0" i="1" dirty="0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  <m:e>
                        <m:sSub>
                          <m:sSubPr>
                            <m:ctrlPr>
                              <a:rPr lang="zh-CN" alt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zh-CN" altLang="en-US" sz="2400" b="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zh-CN" altLang="en-US" sz="2400" i="1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9FFA0D0C-8B05-9100-0B7B-FB91258571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399" y="3341629"/>
                <a:ext cx="4781974" cy="468205"/>
              </a:xfrm>
              <a:prstGeom prst="rect">
                <a:avLst/>
              </a:prstGeom>
              <a:blipFill>
                <a:blip r:embed="rId4"/>
                <a:stretch>
                  <a:fillRect l="-383" t="-7792" b="-298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D3234F7C-DC1D-9989-4AE1-0DE6BAC42D1A}"/>
                  </a:ext>
                </a:extLst>
              </p:cNvPr>
              <p:cNvSpPr txBox="1"/>
              <p:nvPr/>
            </p:nvSpPr>
            <p:spPr>
              <a:xfrm>
                <a:off x="175242" y="4391349"/>
                <a:ext cx="8914571" cy="11348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altLang="zh-CN" sz="24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K-L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变换的核心任务：寻找一组最优的正交基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𝑾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zh-CN" alt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zh-CN" altLang="en-US" sz="24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zh-CN" alt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zh-CN" altLang="en-US" sz="24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e>
                        <m:r>
                          <a:rPr lang="zh-CN" altLang="en-US" sz="2400" i="1" dirty="0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  <m:e>
                        <m:sSub>
                          <m:sSubPr>
                            <m:ctrlPr>
                              <a:rPr lang="zh-CN" alt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zh-CN" altLang="en-US" sz="24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，使得用这组基重构原始信号时的</a:t>
                </a:r>
                <a:r>
                  <a:rPr lang="zh-CN" altLang="en-US" sz="2400" b="1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均方误差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最小。</a:t>
                </a: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D3234F7C-DC1D-9989-4AE1-0DE6BAC42D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42" y="4391349"/>
                <a:ext cx="8914571" cy="1134862"/>
              </a:xfrm>
              <a:prstGeom prst="rect">
                <a:avLst/>
              </a:prstGeom>
              <a:blipFill>
                <a:blip r:embed="rId5"/>
                <a:stretch>
                  <a:fillRect l="-1094" r="-4446" b="-112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63257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12" grpId="0"/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56F7C-C982-F1B1-6DA2-662847F69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FC75F3B4-3FEC-3BFE-B7DF-3B87F8D277E9}"/>
              </a:ext>
            </a:extLst>
          </p:cNvPr>
          <p:cNvSpPr/>
          <p:nvPr/>
        </p:nvSpPr>
        <p:spPr>
          <a:xfrm>
            <a:off x="228565" y="736287"/>
            <a:ext cx="3178422" cy="520995"/>
          </a:xfrm>
          <a:prstGeom prst="roundRect">
            <a:avLst/>
          </a:prstGeom>
          <a:gradFill flip="none" rotWithShape="1">
            <a:gsLst>
              <a:gs pos="0">
                <a:srgbClr val="192F59">
                  <a:tint val="66000"/>
                  <a:satMod val="160000"/>
                </a:srgbClr>
              </a:gs>
              <a:gs pos="50000">
                <a:srgbClr val="192F59">
                  <a:tint val="44500"/>
                  <a:satMod val="160000"/>
                </a:srgbClr>
              </a:gs>
              <a:gs pos="100000">
                <a:srgbClr val="192F59">
                  <a:tint val="23500"/>
                  <a:satMod val="160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算法核心步骤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769C35B-0989-488C-33F6-00424A013018}"/>
              </a:ext>
            </a:extLst>
          </p:cNvPr>
          <p:cNvSpPr txBox="1"/>
          <p:nvPr/>
        </p:nvSpPr>
        <p:spPr>
          <a:xfrm>
            <a:off x="175242" y="1331789"/>
            <a:ext cx="8793515" cy="581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0AB6E226-B9E6-6365-520E-C185ED2DBA8E}"/>
                  </a:ext>
                </a:extLst>
              </p:cNvPr>
              <p:cNvSpPr txBox="1"/>
              <p:nvPr/>
            </p:nvSpPr>
            <p:spPr>
              <a:xfrm>
                <a:off x="87621" y="1566344"/>
                <a:ext cx="8968756" cy="47048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 algn="just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zh-CN" altLang="en-US" sz="2400" b="1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数据中心化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：所有样本减去均值向量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𝜇</m:t>
                    </m:r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，使数据均值为零。</a:t>
                </a:r>
                <a:endParaRPr lang="en-US" altLang="zh-CN" sz="2400" dirty="0"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  <a:p>
                <a:pPr marL="457200" indent="-457200" algn="just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zh-CN" altLang="en-US" sz="2400" b="1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计算协方差矩阵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：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𝛴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lang="ar-AE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ar-AE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num>
                      <m:den>
                        <m:r>
                          <a:rPr lang="zh-CN" altLang="ar-AE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grow m:val="on"/>
                        <m:ctrlPr>
                          <a:rPr lang="ar-AE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zh-CN" altLang="ar-AE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  <m:r>
                          <a:rPr lang="ar-AE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</m:t>
                        </m:r>
                        <m:r>
                          <a:rPr lang="ar-AE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zh-CN" altLang="ar-AE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  <m:e>
                        <m:r>
                          <a:rPr lang="ar-AE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</m:t>
                        </m:r>
                      </m:e>
                    </m:nary>
                    <m:d>
                      <m:dPr>
                        <m:begChr m:val=""/>
                        <m:ctrlPr>
                          <a:rPr lang="ar-AE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zh-CN" sz="2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zh-CN" altLang="ar-AE" sz="2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ar-AE" sz="2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sub>
                        </m:sSub>
                        <m:r>
                          <a:rPr lang="ar-AE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zh-CN" altLang="ar-AE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𝜇</m:t>
                        </m:r>
                      </m:e>
                    </m:d>
                    <m:sSup>
                      <m:sSupPr>
                        <m:ctrlPr>
                          <a:rPr lang="ar-AE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ar-AE" altLang="zh-CN" sz="2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altLang="zh-CN" sz="2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zh-CN" altLang="ar-AE" sz="2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ar-AE" sz="2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ar-AE" altLang="zh-CN" sz="2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</m:t>
                            </m:r>
                            <m:r>
                              <a:rPr lang="zh-CN" altLang="ar-AE" sz="2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𝜇</m:t>
                            </m:r>
                          </m:e>
                        </m:d>
                      </m:e>
                      <m:sup>
                        <m:r>
                          <a:rPr lang="zh-CN" altLang="ar-AE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ar-AE" sz="24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。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协方差矩阵描述了数据各维度之间的相关性。</a:t>
                </a:r>
                <a:endParaRPr lang="en-US" altLang="zh-CN" sz="2400" dirty="0"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  <a:p>
                <a:pPr marL="457200" indent="-457200" algn="just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zh-CN" altLang="en-US" sz="2400" b="1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求解特征方程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：对协方差矩阵进行特征值分解 </a:t>
                </a:r>
                <a14:m>
                  <m:oMath xmlns:m="http://schemas.openxmlformats.org/officeDocument/2006/math">
                    <m:r>
                      <a:rPr lang="zh-CN" altLang="en-US" sz="2400" b="1" i="1">
                        <a:latin typeface="Cambria Math" panose="02040503050406030204" pitchFamily="18" charset="0"/>
                      </a:rPr>
                      <m:t>𝜮</m:t>
                    </m:r>
                    <m:r>
                      <a:rPr lang="zh-CN" altLang="en-US" sz="2400" b="1" i="1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zh-CN" altLang="en-US" sz="2400" b="1" i="1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。</a:t>
                </a:r>
                <a:endParaRPr lang="en-US" altLang="zh-CN" sz="2400" dirty="0"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  <a:p>
                <a:pPr marL="457200" indent="-457200" algn="just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zh-CN" altLang="en-US" sz="2400" b="1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排序与选取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：将特征值从大到小排序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sz="24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 altLang="zh-CN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altLang="zh-CN" sz="240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sz="24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 altLang="zh-CN" sz="24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altLang="zh-CN" sz="2400">
                        <a:latin typeface="Cambria Math" panose="02040503050406030204" pitchFamily="18" charset="0"/>
                      </a:rPr>
                      <m:t>≥⋯≥</m:t>
                    </m:r>
                    <m:sSub>
                      <m:sSubPr>
                        <m:ctrlPr>
                          <a:rPr lang="ar-AE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sz="24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zh-CN" altLang="ar-AE" sz="24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zh-CN" altLang="ar-AE" sz="24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，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并取前 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 个最大的特征值对应的特征向量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sz="2400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ar-AE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altLang="zh-CN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sz="2400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ar-AE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altLang="zh-CN" sz="24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ar-AE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sz="2400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zh-CN" altLang="ar-AE" sz="2400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ar-AE" altLang="zh-CN" sz="2400" i="1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 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作为投影矩阵的行（或列）。𝑊 就是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K-L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变换矩阵或投影矩阵。</a:t>
                </a:r>
                <a:endParaRPr lang="en-US" altLang="zh-CN" sz="2400" dirty="0"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  <a:p>
                <a:pPr marL="457200" indent="-457200" algn="just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zh-CN" altLang="en-US" sz="2400" b="1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得到新特征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：</a:t>
                </a:r>
                <a14:m>
                  <m:oMath xmlns:m="http://schemas.openxmlformats.org/officeDocument/2006/math">
                    <m:r>
                      <a:rPr lang="zh-CN" altLang="en-US" sz="24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ar-AE" sz="2400" b="1" i="1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p>
                        <m:r>
                          <a:rPr lang="zh-CN" altLang="ar-AE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d>
                      <m:dPr>
                        <m:ctrlPr>
                          <a:rPr lang="ar-AE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ar-AE" sz="2400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ar-AE" altLang="zh-CN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ar-AE" sz="2400" b="1" i="1"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</m:d>
                  </m:oMath>
                </a14:m>
                <a:r>
                  <a:rPr lang="zh-CN" altLang="ar-AE" sz="24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。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0AB6E226-B9E6-6365-520E-C185ED2DBA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21" y="1566344"/>
                <a:ext cx="8968756" cy="4704878"/>
              </a:xfrm>
              <a:prstGeom prst="rect">
                <a:avLst/>
              </a:prstGeom>
              <a:blipFill>
                <a:blip r:embed="rId3"/>
                <a:stretch>
                  <a:fillRect l="-883" r="-1019" b="-20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58635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8665C-8D3A-78D5-14E8-52DAD7565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33E71E20-AF02-F14A-6092-566693748F50}"/>
              </a:ext>
            </a:extLst>
          </p:cNvPr>
          <p:cNvSpPr/>
          <p:nvPr/>
        </p:nvSpPr>
        <p:spPr>
          <a:xfrm>
            <a:off x="228564" y="736287"/>
            <a:ext cx="4566956" cy="520995"/>
          </a:xfrm>
          <a:prstGeom prst="roundRect">
            <a:avLst/>
          </a:prstGeom>
          <a:gradFill flip="none" rotWithShape="1">
            <a:gsLst>
              <a:gs pos="0">
                <a:srgbClr val="192F59">
                  <a:tint val="66000"/>
                  <a:satMod val="160000"/>
                </a:srgbClr>
              </a:gs>
              <a:gs pos="50000">
                <a:srgbClr val="192F59">
                  <a:tint val="44500"/>
                  <a:satMod val="160000"/>
                </a:srgbClr>
              </a:gs>
              <a:gs pos="100000">
                <a:srgbClr val="192F59">
                  <a:tint val="23500"/>
                  <a:satMod val="160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如何确定转换后的特征维度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47DA3765-8FCE-310F-67D5-F3AF324A8B1C}"/>
                  </a:ext>
                </a:extLst>
              </p:cNvPr>
              <p:cNvSpPr txBox="1"/>
              <p:nvPr/>
            </p:nvSpPr>
            <p:spPr>
              <a:xfrm>
                <a:off x="228564" y="1345336"/>
                <a:ext cx="879351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zh-CN" altLang="en-US" sz="24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Microsoft YaHei"/>
                  </a:rPr>
                  <a:t>如何确定降维后的维度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Microsoft YaHei"/>
                      </a:rPr>
                      <m:t>𝑲</m:t>
                    </m:r>
                  </m:oMath>
                </a14:m>
                <a:r>
                  <a:rPr lang="zh-CN" altLang="en-US" sz="24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Microsoft YaHei"/>
                  </a:rPr>
                  <a:t>？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47DA3765-8FCE-310F-67D5-F3AF324A8B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564" y="1345336"/>
                <a:ext cx="8793515" cy="461665"/>
              </a:xfrm>
              <a:prstGeom prst="rect">
                <a:avLst/>
              </a:prstGeom>
              <a:blipFill>
                <a:blip r:embed="rId3"/>
                <a:stretch>
                  <a:fillRect l="-1040" t="-10667" b="-30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92EF53E-30C8-8AAE-FAF0-DBBAB8E53AD2}"/>
                  </a:ext>
                </a:extLst>
              </p:cNvPr>
              <p:cNvSpPr txBox="1"/>
              <p:nvPr/>
            </p:nvSpPr>
            <p:spPr>
              <a:xfrm>
                <a:off x="181150" y="1807001"/>
                <a:ext cx="8901890" cy="11348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zh-CN" altLang="en-US" sz="24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Microsoft YaHei"/>
                  </a:rPr>
                  <a:t>选择</a:t>
                </a:r>
                <a14:m>
                  <m:oMath xmlns:m="http://schemas.openxmlformats.org/officeDocument/2006/math">
                    <m:r>
                      <a:rPr lang="zh-CN" altLang="en-US" sz="2400" b="0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Microsoft YaHei"/>
                      </a:rPr>
                      <m:t>𝑘</m:t>
                    </m:r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Microsoft YaHei"/>
                  </a:rPr>
                  <a:t>是一个权衡：既要维度小，又要信息保留得多。通常使用</a:t>
                </a:r>
                <a:r>
                  <a:rPr lang="zh-CN" altLang="en-US" sz="24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Microsoft YaHei"/>
                  </a:rPr>
                  <a:t>方差贡献率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Microsoft YaHei"/>
                  </a:rPr>
                  <a:t>来决定。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92EF53E-30C8-8AAE-FAF0-DBBAB8E53A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150" y="1807001"/>
                <a:ext cx="8901890" cy="1134862"/>
              </a:xfrm>
              <a:prstGeom prst="rect">
                <a:avLst/>
              </a:prstGeom>
              <a:blipFill>
                <a:blip r:embed="rId4"/>
                <a:stretch>
                  <a:fillRect l="-1096" r="-1027" b="-112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2FED9C5C-8ADA-687F-CB33-FAA05367A5DA}"/>
                  </a:ext>
                </a:extLst>
              </p:cNvPr>
              <p:cNvSpPr txBox="1"/>
              <p:nvPr/>
            </p:nvSpPr>
            <p:spPr>
              <a:xfrm>
                <a:off x="1814388" y="2903459"/>
                <a:ext cx="5621866" cy="9678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4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Microsoft YaHei"/>
                  </a:rPr>
                  <a:t>单个主成分的方差贡献率：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Microsoft YaHei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Microsoft YaHei"/>
                              </a:rPr>
                            </m:ctrlPr>
                          </m:sSubPr>
                          <m:e>
                            <m:r>
                              <a:rPr lang="zh-CN" altLang="en-US" sz="240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Microsoft YaHei"/>
                              </a:rPr>
                              <m:t>𝜆</m:t>
                            </m:r>
                          </m:e>
                          <m:sub>
                            <m:r>
                              <a:rPr lang="zh-CN" altLang="en-US" sz="240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Microsoft YaHei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nary>
                          <m:naryPr>
                            <m:chr m:val="∑"/>
                            <m:limLoc m:val="subSup"/>
                            <m:grow m:val="on"/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Microsoft YaHei"/>
                              </a:rPr>
                            </m:ctrlPr>
                          </m:naryPr>
                          <m:sub>
                            <m:r>
                              <a:rPr lang="zh-CN" altLang="en-US" sz="240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Microsoft YaHei"/>
                              </a:rPr>
                              <m:t>𝑗</m:t>
                            </m:r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Microsoft YaHei"/>
                              </a:rPr>
                              <m:t>=1</m:t>
                            </m:r>
                          </m:sub>
                          <m:sup>
                            <m:r>
                              <a:rPr lang="zh-CN" altLang="en-US" sz="240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Microsoft YaHei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Microsoft YaHei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Microsoft YaHei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zh-CN" altLang="en-US" sz="240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Microsoft YaHei"/>
                                  </a:rPr>
                                  <m:t>𝑗</m:t>
                                </m:r>
                              </m:sub>
                            </m:sSub>
                          </m:e>
                        </m:nary>
                      </m:den>
                    </m:f>
                  </m:oMath>
                </a14:m>
                <a:endParaRPr lang="zh-CN" altLang="en-US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Microsoft YaHei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2FED9C5C-8ADA-687F-CB33-FAA05367A5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4388" y="2903459"/>
                <a:ext cx="5621866" cy="967894"/>
              </a:xfrm>
              <a:prstGeom prst="rect">
                <a:avLst/>
              </a:prstGeom>
              <a:blipFill>
                <a:blip r:embed="rId5"/>
                <a:stretch>
                  <a:fillRect l="-17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F7F35437-27A0-B7CD-4F17-C2AEFB892624}"/>
                  </a:ext>
                </a:extLst>
              </p:cNvPr>
              <p:cNvSpPr txBox="1"/>
              <p:nvPr/>
            </p:nvSpPr>
            <p:spPr>
              <a:xfrm>
                <a:off x="174376" y="3835619"/>
                <a:ext cx="8901890" cy="11348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Microsoft YaHei"/>
                          </a:rPr>
                        </m:ctrlPr>
                      </m:sSub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Microsoft YaHei"/>
                          </a:rPr>
                          <m:t>𝜆</m:t>
                        </m:r>
                      </m:e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Microsoft YaHei"/>
                          </a:rPr>
                          <m:t>𝑖</m:t>
                        </m:r>
                      </m:sub>
                    </m:sSub>
                    <m:r>
                      <a:rPr lang="zh-CN" altLang="en-US" sz="2400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Microsoft YaHei"/>
                      </a:rPr>
                      <m:t> </m:t>
                    </m:r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：代表第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𝑖</m:t>
                    </m:r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个主成分的特征值。在统计学意义上，特征值的大小直接对应了该主成分所包含的</a:t>
                </a:r>
                <a:r>
                  <a:rPr lang="zh-CN" altLang="en-US" sz="2400" b="1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方差即该维度捕捉到的信息量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。</a:t>
                </a:r>
                <a:endParaRPr lang="en-US" altLang="zh-CN" sz="2400" dirty="0"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F7F35437-27A0-B7CD-4F17-C2AEFB8926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376" y="3835619"/>
                <a:ext cx="8901890" cy="1134862"/>
              </a:xfrm>
              <a:prstGeom prst="rect">
                <a:avLst/>
              </a:prstGeom>
              <a:blipFill>
                <a:blip r:embed="rId6"/>
                <a:stretch>
                  <a:fillRect l="-1096" r="-1027" b="-118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BE5F07FD-5901-D300-52B3-669D245B9802}"/>
                  </a:ext>
                </a:extLst>
              </p:cNvPr>
              <p:cNvSpPr txBox="1"/>
              <p:nvPr/>
            </p:nvSpPr>
            <p:spPr>
              <a:xfrm>
                <a:off x="181150" y="4765109"/>
                <a:ext cx="8764693" cy="17320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grow m:val="on"/>
                        <m:ctrlPr>
                          <a:rPr lang="zh-CN" altLang="en-US" sz="24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𝑗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=1</m:t>
                        </m:r>
                      </m:sub>
                      <m:sup>
                        <m:r>
                          <a:rPr lang="zh-CN" altLang="en-US" sz="240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zh-CN" altLang="en-US" sz="240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𝜆</m:t>
                            </m:r>
                          </m:e>
                          <m:sub>
                            <m:r>
                              <a:rPr lang="zh-CN" altLang="en-US" sz="240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zh-CN" altLang="en-US" sz="240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：所有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𝑛</m:t>
                    </m:r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个原始主成分的特征值总和。它代表了原始数据中包含的总方差。</a:t>
                </a: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BE5F07FD-5901-D300-52B3-669D245B98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150" y="4765109"/>
                <a:ext cx="8764693" cy="1732077"/>
              </a:xfrm>
              <a:prstGeom prst="rect">
                <a:avLst/>
              </a:prstGeom>
              <a:blipFill>
                <a:blip r:embed="rId7"/>
                <a:stretch>
                  <a:fillRect l="-1113" r="-1113" b="-73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44281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11" grpId="0"/>
      <p:bldP spid="1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F866D-8D77-579C-288C-C9DCB8583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E4CBC620-52B4-7787-E791-B93ABE80082E}"/>
              </a:ext>
            </a:extLst>
          </p:cNvPr>
          <p:cNvSpPr/>
          <p:nvPr/>
        </p:nvSpPr>
        <p:spPr>
          <a:xfrm>
            <a:off x="228564" y="736287"/>
            <a:ext cx="4566956" cy="520995"/>
          </a:xfrm>
          <a:prstGeom prst="roundRect">
            <a:avLst/>
          </a:prstGeom>
          <a:gradFill flip="none" rotWithShape="1">
            <a:gsLst>
              <a:gs pos="0">
                <a:srgbClr val="192F59">
                  <a:tint val="66000"/>
                  <a:satMod val="160000"/>
                </a:srgbClr>
              </a:gs>
              <a:gs pos="50000">
                <a:srgbClr val="192F59">
                  <a:tint val="44500"/>
                  <a:satMod val="160000"/>
                </a:srgbClr>
              </a:gs>
              <a:gs pos="100000">
                <a:srgbClr val="192F59">
                  <a:tint val="23500"/>
                  <a:satMod val="160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如何确定转换后的特征维度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3634DBE-2305-19E3-7444-EB2D5C77FEA5}"/>
                  </a:ext>
                </a:extLst>
              </p:cNvPr>
              <p:cNvSpPr txBox="1"/>
              <p:nvPr/>
            </p:nvSpPr>
            <p:spPr>
              <a:xfrm>
                <a:off x="228564" y="1345336"/>
                <a:ext cx="879351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zh-CN" altLang="en-US" sz="24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Microsoft YaHei"/>
                  </a:rPr>
                  <a:t>如何确定降维后的维度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Microsoft YaHei"/>
                      </a:rPr>
                      <m:t>𝑲</m:t>
                    </m:r>
                  </m:oMath>
                </a14:m>
                <a:r>
                  <a:rPr lang="zh-CN" altLang="en-US" sz="24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Microsoft YaHei"/>
                  </a:rPr>
                  <a:t>？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3634DBE-2305-19E3-7444-EB2D5C77FE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564" y="1345336"/>
                <a:ext cx="8793515" cy="461665"/>
              </a:xfrm>
              <a:prstGeom prst="rect">
                <a:avLst/>
              </a:prstGeom>
              <a:blipFill>
                <a:blip r:embed="rId3"/>
                <a:stretch>
                  <a:fillRect l="-1040" t="-10667" b="-30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3715197-260C-52A7-2CA1-3C2F7C5BA434}"/>
                  </a:ext>
                </a:extLst>
              </p:cNvPr>
              <p:cNvSpPr txBox="1"/>
              <p:nvPr/>
            </p:nvSpPr>
            <p:spPr>
              <a:xfrm>
                <a:off x="181150" y="1807001"/>
                <a:ext cx="8901890" cy="11348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zh-CN" altLang="en-US" sz="24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Microsoft YaHei"/>
                  </a:rPr>
                  <a:t>选择</a:t>
                </a:r>
                <a14:m>
                  <m:oMath xmlns:m="http://schemas.openxmlformats.org/officeDocument/2006/math">
                    <m:r>
                      <a:rPr lang="zh-CN" altLang="en-US" sz="2400" b="0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Microsoft YaHei"/>
                      </a:rPr>
                      <m:t>𝑘</m:t>
                    </m:r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Microsoft YaHei"/>
                  </a:rPr>
                  <a:t>是一个权衡：既要维度小，又要信息保留得多。通常使用</a:t>
                </a:r>
                <a:r>
                  <a:rPr lang="zh-CN" altLang="en-US" sz="24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Microsoft YaHei"/>
                  </a:rPr>
                  <a:t>方差贡献率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Microsoft YaHei"/>
                  </a:rPr>
                  <a:t>来决定。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3715197-260C-52A7-2CA1-3C2F7C5BA4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150" y="1807001"/>
                <a:ext cx="8901890" cy="1134862"/>
              </a:xfrm>
              <a:prstGeom prst="rect">
                <a:avLst/>
              </a:prstGeom>
              <a:blipFill>
                <a:blip r:embed="rId4"/>
                <a:stretch>
                  <a:fillRect l="-1096" r="-1027" b="-112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72C9538-5416-CE4B-979D-9C71F4E249B3}"/>
                  </a:ext>
                </a:extLst>
              </p:cNvPr>
              <p:cNvSpPr txBox="1"/>
              <p:nvPr/>
            </p:nvSpPr>
            <p:spPr>
              <a:xfrm>
                <a:off x="2309707" y="2835888"/>
                <a:ext cx="4795520" cy="13295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sz="2400" b="0" smtClean="0"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m:t>累计贡献率</m:t>
                      </m:r>
                      <m:r>
                        <a:rPr lang="en-US" altLang="zh-CN" sz="2400" b="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grow m:val="on"/>
                              <m:ctrlPr>
                                <a:rPr lang="zh-CN" altLang="en-US" sz="2400" b="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sz="2400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400" b="0" i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zh-CN" altLang="en-US" sz="2400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CN" altLang="en-US" sz="24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0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zh-CN" altLang="en-US" sz="2400" b="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grow m:val="on"/>
                              <m:ctrlPr>
                                <a:rPr lang="zh-CN" altLang="en-US" sz="2400" b="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sz="2400" b="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400" b="0" i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zh-CN" altLang="en-US" sz="2400" b="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CN" altLang="en-US" sz="24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0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zh-CN" altLang="en-US" sz="2400" b="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zh-CN" altLang="en-US" sz="2400" dirty="0"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72C9538-5416-CE4B-979D-9C71F4E24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9707" y="2835888"/>
                <a:ext cx="4795520" cy="132959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A05D5B80-AA8C-218C-AFE3-BC9F91FE03DA}"/>
                  </a:ext>
                </a:extLst>
              </p:cNvPr>
              <p:cNvSpPr txBox="1"/>
              <p:nvPr/>
            </p:nvSpPr>
            <p:spPr>
              <a:xfrm>
                <a:off x="242110" y="4100375"/>
                <a:ext cx="8901890" cy="6193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spcBef>
                    <a:spcPts val="1200"/>
                  </a:spcBef>
                  <a:spcAft>
                    <a:spcPts val="1200"/>
                  </a:spcAft>
                  <a:buNone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Microsoft YaHei"/>
                  </a:rPr>
                  <a:t>：前 𝑘 个主成分的贡献率之和。</a:t>
                </a:r>
                <a:endParaRPr lang="en-US" altLang="zh-CN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Microsoft YaHei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A05D5B80-AA8C-218C-AFE3-BC9F91FE03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110" y="4100375"/>
                <a:ext cx="8901890" cy="619337"/>
              </a:xfrm>
              <a:prstGeom prst="rect">
                <a:avLst/>
              </a:prstGeom>
              <a:blipFill>
                <a:blip r:embed="rId6"/>
                <a:stretch>
                  <a:fillRect b="-217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448568B-1E88-E20A-BBBE-C10E95773E3A}"/>
                  </a:ext>
                </a:extLst>
              </p:cNvPr>
              <p:cNvSpPr txBox="1"/>
              <p:nvPr/>
            </p:nvSpPr>
            <p:spPr>
              <a:xfrm>
                <a:off x="252270" y="4646625"/>
                <a:ext cx="8746102" cy="17320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grow m:val="on"/>
                        <m:ctrlPr>
                          <a:rPr lang="zh-CN" altLang="en-US" sz="24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𝑗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=1</m:t>
                        </m:r>
                      </m:sub>
                      <m:sup>
                        <m:r>
                          <a:rPr lang="zh-CN" altLang="en-US" sz="240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zh-CN" altLang="en-US" sz="240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𝜆</m:t>
                            </m:r>
                          </m:e>
                          <m:sub>
                            <m:r>
                              <a:rPr lang="zh-CN" altLang="en-US" sz="240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zh-CN" altLang="en-US" sz="240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：所有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𝑛</m:t>
                    </m:r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个原始主成分的特征值总和。它代表了原始数据中包含的总方差。</a:t>
                </a: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448568B-1E88-E20A-BBBE-C10E95773E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270" y="4646625"/>
                <a:ext cx="8746102" cy="1732077"/>
              </a:xfrm>
              <a:prstGeom prst="rect">
                <a:avLst/>
              </a:prstGeom>
              <a:blipFill>
                <a:blip r:embed="rId7"/>
                <a:stretch>
                  <a:fillRect l="-1045" r="-1115" b="-73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58718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" grpId="0"/>
      <p:bldP spid="7" grpId="0"/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7C97A-B7AE-043E-2295-2C0CABD20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A2FD8349-6A0F-4FFC-48FB-CA25F8D62D09}"/>
              </a:ext>
            </a:extLst>
          </p:cNvPr>
          <p:cNvSpPr/>
          <p:nvPr/>
        </p:nvSpPr>
        <p:spPr>
          <a:xfrm>
            <a:off x="228564" y="736287"/>
            <a:ext cx="2934583" cy="520995"/>
          </a:xfrm>
          <a:prstGeom prst="roundRect">
            <a:avLst/>
          </a:prstGeom>
          <a:gradFill flip="none" rotWithShape="1">
            <a:gsLst>
              <a:gs pos="0">
                <a:srgbClr val="192F59">
                  <a:tint val="66000"/>
                  <a:satMod val="160000"/>
                </a:srgbClr>
              </a:gs>
              <a:gs pos="50000">
                <a:srgbClr val="192F59">
                  <a:tint val="44500"/>
                  <a:satMod val="160000"/>
                </a:srgbClr>
              </a:gs>
              <a:gs pos="100000">
                <a:srgbClr val="192F59">
                  <a:tint val="23500"/>
                  <a:satMod val="160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3.5 K-L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变换的特点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AE2C095-C180-B8A4-77B5-3642F2589299}"/>
              </a:ext>
            </a:extLst>
          </p:cNvPr>
          <p:cNvGrpSpPr/>
          <p:nvPr/>
        </p:nvGrpSpPr>
        <p:grpSpPr>
          <a:xfrm>
            <a:off x="345173" y="1680209"/>
            <a:ext cx="3867841" cy="4754457"/>
            <a:chOff x="204094" y="1150619"/>
            <a:chExt cx="2314394" cy="4754457"/>
          </a:xfrm>
        </p:grpSpPr>
        <p:sp>
          <p:nvSpPr>
            <p:cNvPr id="12" name="矩形 75">
              <a:extLst>
                <a:ext uri="{FF2B5EF4-FFF2-40B4-BE49-F238E27FC236}">
                  <a16:creationId xmlns:a16="http://schemas.microsoft.com/office/drawing/2014/main" id="{565CC531-49B3-32B5-A78F-D8D2D6C2F391}"/>
                </a:ext>
              </a:extLst>
            </p:cNvPr>
            <p:cNvSpPr/>
            <p:nvPr/>
          </p:nvSpPr>
          <p:spPr>
            <a:xfrm>
              <a:off x="204094" y="1150619"/>
              <a:ext cx="2314394" cy="4754457"/>
            </a:xfrm>
            <a:custGeom>
              <a:avLst/>
              <a:gdLst>
                <a:gd name="connsiteX0" fmla="*/ 28800 w 4320000"/>
                <a:gd name="connsiteY0" fmla="*/ 0 h 1980000"/>
                <a:gd name="connsiteX1" fmla="*/ 4291200 w 4320000"/>
                <a:gd name="connsiteY1" fmla="*/ 0 h 1980000"/>
                <a:gd name="connsiteX2" fmla="*/ 4320000 w 4320000"/>
                <a:gd name="connsiteY2" fmla="*/ 28800 h 1980000"/>
                <a:gd name="connsiteX3" fmla="*/ 4320000 w 4320000"/>
                <a:gd name="connsiteY3" fmla="*/ 1951200 h 1980000"/>
                <a:gd name="connsiteX4" fmla="*/ 4291200 w 4320000"/>
                <a:gd name="connsiteY4" fmla="*/ 1980000 h 1980000"/>
                <a:gd name="connsiteX5" fmla="*/ 28800 w 4320000"/>
                <a:gd name="connsiteY5" fmla="*/ 1980000 h 1980000"/>
                <a:gd name="connsiteX6" fmla="*/ 0 w 4320000"/>
                <a:gd name="connsiteY6" fmla="*/ 1951200 h 1980000"/>
                <a:gd name="connsiteX7" fmla="*/ 0 w 4320000"/>
                <a:gd name="connsiteY7" fmla="*/ 28800 h 1980000"/>
                <a:gd name="connsiteX8" fmla="*/ 28800 w 4320000"/>
                <a:gd name="connsiteY8" fmla="*/ 0 h 19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20000" h="1980000">
                  <a:moveTo>
                    <a:pt x="28800" y="0"/>
                  </a:moveTo>
                  <a:lnTo>
                    <a:pt x="4291200" y="0"/>
                  </a:lnTo>
                  <a:cubicBezTo>
                    <a:pt x="4307098" y="0"/>
                    <a:pt x="4320000" y="12902"/>
                    <a:pt x="4320000" y="28800"/>
                  </a:cubicBezTo>
                  <a:lnTo>
                    <a:pt x="4320000" y="1951200"/>
                  </a:lnTo>
                  <a:cubicBezTo>
                    <a:pt x="4320000" y="1967098"/>
                    <a:pt x="4307098" y="1980000"/>
                    <a:pt x="4291200" y="1980000"/>
                  </a:cubicBezTo>
                  <a:lnTo>
                    <a:pt x="28800" y="1980000"/>
                  </a:lnTo>
                  <a:cubicBezTo>
                    <a:pt x="12902" y="1980000"/>
                    <a:pt x="0" y="1967098"/>
                    <a:pt x="0" y="1951200"/>
                  </a:cubicBezTo>
                  <a:lnTo>
                    <a:pt x="0" y="28800"/>
                  </a:lnTo>
                  <a:cubicBezTo>
                    <a:pt x="0" y="12902"/>
                    <a:pt x="12902" y="0"/>
                    <a:pt x="28800" y="0"/>
                  </a:cubicBezTo>
                </a:path>
              </a:pathLst>
            </a:custGeom>
            <a:gradFill flip="none" rotWithShape="1">
              <a:gsLst>
                <a:gs pos="100000">
                  <a:schemeClr val="accent1">
                    <a:lumMod val="20000"/>
                    <a:lumOff val="80000"/>
                  </a:schemeClr>
                </a:gs>
                <a:gs pos="30000">
                  <a:schemeClr val="bg2"/>
                </a:gs>
              </a:gsLst>
              <a:lin ang="8100000" scaled="1"/>
              <a:tileRect/>
            </a:gradFill>
            <a:ln>
              <a:noFill/>
            </a:ln>
            <a:effectLst>
              <a:outerShdw blurRad="38100" sx="101000" sy="101000" algn="ctr" rotWithShape="0">
                <a:schemeClr val="bg2">
                  <a:lumMod val="9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indent="-342900" algn="just">
                <a:lnSpc>
                  <a:spcPct val="150000"/>
                </a:lnSpc>
                <a:buFont typeface="Wingdings" panose="05000000000000000000" pitchFamily="2" charset="2"/>
                <a:buChar char="u"/>
              </a:pPr>
              <a:endParaRPr lang="en-US" altLang="zh-CN" sz="2000" dirty="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pitchFamily="34" charset="-122"/>
              </a:endParaRPr>
            </a:p>
            <a:p>
              <a:pPr indent="-342900" algn="just">
                <a:lnSpc>
                  <a:spcPct val="150000"/>
                </a:lnSpc>
                <a:buFont typeface="Wingdings" panose="05000000000000000000" pitchFamily="2" charset="2"/>
                <a:buChar char="u"/>
              </a:pPr>
              <a:endParaRPr lang="en-US" altLang="zh-CN" sz="2000" dirty="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pitchFamily="34" charset="-122"/>
              </a:endParaRPr>
            </a:p>
            <a:p>
              <a:pPr indent="-342900" algn="just">
                <a:lnSpc>
                  <a:spcPct val="150000"/>
                </a:lnSpc>
                <a:buFont typeface="Wingdings" panose="05000000000000000000" pitchFamily="2" charset="2"/>
                <a:buChar char="u"/>
              </a:pPr>
              <a:r>
                <a:rPr lang="zh-CN" altLang="en-US" sz="2000" dirty="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pitchFamily="34" charset="-122"/>
                </a:rPr>
                <a:t>消除特征相关性：转换后的新特征是互不相关的。</a:t>
              </a:r>
              <a:endParaRPr lang="en-US" altLang="zh-CN" sz="2000" dirty="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pitchFamily="34" charset="-122"/>
              </a:endParaRPr>
            </a:p>
            <a:p>
              <a:pPr indent="-342900" algn="just">
                <a:lnSpc>
                  <a:spcPct val="150000"/>
                </a:lnSpc>
                <a:buFont typeface="Wingdings" panose="05000000000000000000" pitchFamily="2" charset="2"/>
                <a:buChar char="u"/>
              </a:pPr>
              <a:r>
                <a:rPr lang="zh-CN" altLang="en-US" sz="2000" dirty="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pitchFamily="34" charset="-122"/>
                </a:rPr>
                <a:t>方差最大化：以最小均方误差为准则，是信息损失最小的降维方法。</a:t>
              </a:r>
            </a:p>
            <a:p>
              <a:pPr indent="-342900" algn="just">
                <a:lnSpc>
                  <a:spcPct val="150000"/>
                </a:lnSpc>
                <a:buFont typeface="Wingdings" panose="05000000000000000000" pitchFamily="2" charset="2"/>
                <a:buChar char="u"/>
              </a:pPr>
              <a:r>
                <a:rPr lang="zh-CN" altLang="en-US" sz="2000" dirty="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pitchFamily="34" charset="-122"/>
                </a:rPr>
                <a:t>降低复杂度：减少特征数量，简化模型，防止维数灾难。</a:t>
              </a:r>
            </a:p>
            <a:p>
              <a:pPr algn="just">
                <a:lnSpc>
                  <a:spcPts val="2600"/>
                </a:lnSpc>
              </a:pPr>
              <a:endParaRPr lang="zh-CN" altLang="en-US" sz="2000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pitchFamily="34" charset="-122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4EF57E61-7A33-3DB1-567C-5BD46FFBBD19}"/>
                </a:ext>
              </a:extLst>
            </p:cNvPr>
            <p:cNvSpPr/>
            <p:nvPr/>
          </p:nvSpPr>
          <p:spPr>
            <a:xfrm>
              <a:off x="286048" y="1237184"/>
              <a:ext cx="2150486" cy="49255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>
              <a:outerShdw blurRad="38100" sx="101000" sy="101000" algn="ctr" rotWithShape="0">
                <a:srgbClr val="DBEDF3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spc="150" dirty="0">
                  <a:solidFill>
                    <a:srgbClr val="192F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优点</a:t>
              </a: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84081E03-E846-F58A-7D56-E0F797BFF7FC}"/>
              </a:ext>
            </a:extLst>
          </p:cNvPr>
          <p:cNvGrpSpPr/>
          <p:nvPr/>
        </p:nvGrpSpPr>
        <p:grpSpPr>
          <a:xfrm>
            <a:off x="4734292" y="1680209"/>
            <a:ext cx="3867841" cy="4754456"/>
            <a:chOff x="3137794" y="1064056"/>
            <a:chExt cx="2667000" cy="39852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矩形 75">
                  <a:extLst>
                    <a:ext uri="{FF2B5EF4-FFF2-40B4-BE49-F238E27FC236}">
                      <a16:creationId xmlns:a16="http://schemas.microsoft.com/office/drawing/2014/main" id="{B4CE2AA9-8A8D-F5AC-AECF-AA4620FF12BF}"/>
                    </a:ext>
                  </a:extLst>
                </p:cNvPr>
                <p:cNvSpPr/>
                <p:nvPr/>
              </p:nvSpPr>
              <p:spPr>
                <a:xfrm>
                  <a:off x="3137794" y="1064056"/>
                  <a:ext cx="2667000" cy="3985260"/>
                </a:xfrm>
                <a:custGeom>
                  <a:avLst/>
                  <a:gdLst>
                    <a:gd name="connsiteX0" fmla="*/ 28800 w 4320000"/>
                    <a:gd name="connsiteY0" fmla="*/ 0 h 1980000"/>
                    <a:gd name="connsiteX1" fmla="*/ 4291200 w 4320000"/>
                    <a:gd name="connsiteY1" fmla="*/ 0 h 1980000"/>
                    <a:gd name="connsiteX2" fmla="*/ 4320000 w 4320000"/>
                    <a:gd name="connsiteY2" fmla="*/ 28800 h 1980000"/>
                    <a:gd name="connsiteX3" fmla="*/ 4320000 w 4320000"/>
                    <a:gd name="connsiteY3" fmla="*/ 1951200 h 1980000"/>
                    <a:gd name="connsiteX4" fmla="*/ 4291200 w 4320000"/>
                    <a:gd name="connsiteY4" fmla="*/ 1980000 h 1980000"/>
                    <a:gd name="connsiteX5" fmla="*/ 28800 w 4320000"/>
                    <a:gd name="connsiteY5" fmla="*/ 1980000 h 1980000"/>
                    <a:gd name="connsiteX6" fmla="*/ 0 w 4320000"/>
                    <a:gd name="connsiteY6" fmla="*/ 1951200 h 1980000"/>
                    <a:gd name="connsiteX7" fmla="*/ 0 w 4320000"/>
                    <a:gd name="connsiteY7" fmla="*/ 28800 h 1980000"/>
                    <a:gd name="connsiteX8" fmla="*/ 28800 w 4320000"/>
                    <a:gd name="connsiteY8" fmla="*/ 0 h 1980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320000" h="1980000">
                      <a:moveTo>
                        <a:pt x="28800" y="0"/>
                      </a:moveTo>
                      <a:lnTo>
                        <a:pt x="4291200" y="0"/>
                      </a:lnTo>
                      <a:cubicBezTo>
                        <a:pt x="4307098" y="0"/>
                        <a:pt x="4320000" y="12902"/>
                        <a:pt x="4320000" y="28800"/>
                      </a:cubicBezTo>
                      <a:lnTo>
                        <a:pt x="4320000" y="1951200"/>
                      </a:lnTo>
                      <a:cubicBezTo>
                        <a:pt x="4320000" y="1967098"/>
                        <a:pt x="4307098" y="1980000"/>
                        <a:pt x="4291200" y="1980000"/>
                      </a:cubicBezTo>
                      <a:lnTo>
                        <a:pt x="28800" y="1980000"/>
                      </a:lnTo>
                      <a:cubicBezTo>
                        <a:pt x="12902" y="1980000"/>
                        <a:pt x="0" y="1967098"/>
                        <a:pt x="0" y="1951200"/>
                      </a:cubicBezTo>
                      <a:lnTo>
                        <a:pt x="0" y="28800"/>
                      </a:lnTo>
                      <a:cubicBezTo>
                        <a:pt x="0" y="12902"/>
                        <a:pt x="12902" y="0"/>
                        <a:pt x="28800" y="0"/>
                      </a:cubicBezTo>
                    </a:path>
                  </a:pathLst>
                </a:custGeom>
                <a:gradFill flip="none" rotWithShape="1">
                  <a:gsLst>
                    <a:gs pos="100000">
                      <a:schemeClr val="accent1">
                        <a:lumMod val="20000"/>
                        <a:lumOff val="80000"/>
                      </a:schemeClr>
                    </a:gs>
                    <a:gs pos="30000">
                      <a:srgbClr val="DBEDF3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" sx="101000" sy="101000" algn="ctr" rotWithShape="0">
                    <a:schemeClr val="bg2">
                      <a:lumMod val="90000"/>
                      <a:alpha val="4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indent="-342900" algn="just">
                    <a:lnSpc>
                      <a:spcPct val="150000"/>
                    </a:lnSpc>
                    <a:buFont typeface="Wingdings" panose="05000000000000000000" pitchFamily="2" charset="2"/>
                    <a:buChar char="u"/>
                  </a:pPr>
                  <a:r>
                    <a:rPr lang="zh-CN" altLang="en-US" sz="2000" dirty="0">
                      <a:solidFill>
                        <a:schemeClr val="tx1"/>
                      </a:solidFill>
                      <a:latin typeface="Times New Roman" panose="02020603050405020304" charset="0"/>
                      <a:ea typeface="微软雅黑" panose="020B0503020204020204" pitchFamily="34" charset="-122"/>
                    </a:rPr>
                    <a:t>有时方差最大的方向并不一定是区分两类样本最好的方向。</a:t>
                  </a:r>
                  <a:endParaRPr lang="en-US" altLang="zh-CN" sz="2000" dirty="0">
                    <a:solidFill>
                      <a:schemeClr val="tx1"/>
                    </a:solidFill>
                    <a:latin typeface="Times New Roman" panose="02020603050405020304" charset="0"/>
                    <a:ea typeface="微软雅黑" panose="020B0503020204020204" pitchFamily="34" charset="-122"/>
                  </a:endParaRPr>
                </a:p>
                <a:p>
                  <a:pPr indent="-342900" algn="just">
                    <a:lnSpc>
                      <a:spcPct val="150000"/>
                    </a:lnSpc>
                    <a:buFont typeface="Wingdings" panose="05000000000000000000" pitchFamily="2" charset="2"/>
                    <a:buChar char="u"/>
                  </a:pPr>
                  <a:r>
                    <a:rPr lang="zh-CN" altLang="en-US" sz="2000" dirty="0">
                      <a:solidFill>
                        <a:schemeClr val="tx1"/>
                      </a:solidFill>
                      <a:latin typeface="Times New Roman" panose="02020603050405020304" charset="0"/>
                      <a:ea typeface="微软雅黑" panose="020B0503020204020204" pitchFamily="34" charset="-122"/>
                    </a:rPr>
                    <a:t>由于需要计算协方差矩阵并进行特征值分解，当原始特征维度</a:t>
                  </a:r>
                  <a14:m>
                    <m:oMath xmlns:m="http://schemas.openxmlformats.org/officeDocument/2006/math">
                      <m:r>
                        <a:rPr lang="en-US" altLang="zh-CN" sz="20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a14:m>
                  <a:r>
                    <a:rPr lang="zh-CN" altLang="en-US" sz="2000" dirty="0">
                      <a:solidFill>
                        <a:schemeClr val="tx1"/>
                      </a:solidFill>
                      <a:latin typeface="Times New Roman" panose="02020603050405020304" charset="0"/>
                      <a:ea typeface="微软雅黑" panose="020B0503020204020204" pitchFamily="34" charset="-122"/>
                    </a:rPr>
                    <a:t>极高时，计算复杂度较高。</a:t>
                  </a:r>
                  <a:endParaRPr lang="en-US" altLang="zh-CN" sz="2000" dirty="0">
                    <a:solidFill>
                      <a:schemeClr val="tx1"/>
                    </a:solidFill>
                    <a:latin typeface="Times New Roman" panose="02020603050405020304" charset="0"/>
                    <a:ea typeface="微软雅黑" panose="020B0503020204020204" pitchFamily="34" charset="-122"/>
                  </a:endParaRPr>
                </a:p>
                <a:p>
                  <a:pPr indent="-342900" algn="just">
                    <a:lnSpc>
                      <a:spcPct val="150000"/>
                    </a:lnSpc>
                    <a:buFont typeface="Wingdings" panose="05000000000000000000" pitchFamily="2" charset="2"/>
                    <a:buChar char="u"/>
                  </a:pPr>
                  <a:r>
                    <a:rPr lang="zh-CN" altLang="en-US" sz="2000" dirty="0">
                      <a:solidFill>
                        <a:schemeClr val="tx1"/>
                      </a:solidFill>
                      <a:latin typeface="Times New Roman" panose="02020603050405020304" charset="0"/>
                      <a:ea typeface="微软雅黑" panose="020B0503020204020204" pitchFamily="34" charset="-122"/>
                    </a:rPr>
                    <a:t>提取出的新特征是原始特征的线性组合，往往失去了原有的物理意义。</a:t>
                  </a:r>
                </a:p>
              </p:txBody>
            </p:sp>
          </mc:Choice>
          <mc:Fallback xmlns="">
            <p:sp>
              <p:nvSpPr>
                <p:cNvPr id="8" name="矩形 75">
                  <a:extLst>
                    <a:ext uri="{FF2B5EF4-FFF2-40B4-BE49-F238E27FC236}">
                      <a16:creationId xmlns:a16="http://schemas.microsoft.com/office/drawing/2014/main" id="{B4CE2AA9-8A8D-F5AC-AECF-AA4620FF12B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37794" y="1064056"/>
                  <a:ext cx="2667000" cy="3985260"/>
                </a:xfrm>
                <a:custGeom>
                  <a:avLst/>
                  <a:gdLst>
                    <a:gd name="connsiteX0" fmla="*/ 28800 w 4320000"/>
                    <a:gd name="connsiteY0" fmla="*/ 0 h 1980000"/>
                    <a:gd name="connsiteX1" fmla="*/ 4291200 w 4320000"/>
                    <a:gd name="connsiteY1" fmla="*/ 0 h 1980000"/>
                    <a:gd name="connsiteX2" fmla="*/ 4320000 w 4320000"/>
                    <a:gd name="connsiteY2" fmla="*/ 28800 h 1980000"/>
                    <a:gd name="connsiteX3" fmla="*/ 4320000 w 4320000"/>
                    <a:gd name="connsiteY3" fmla="*/ 1951200 h 1980000"/>
                    <a:gd name="connsiteX4" fmla="*/ 4291200 w 4320000"/>
                    <a:gd name="connsiteY4" fmla="*/ 1980000 h 1980000"/>
                    <a:gd name="connsiteX5" fmla="*/ 28800 w 4320000"/>
                    <a:gd name="connsiteY5" fmla="*/ 1980000 h 1980000"/>
                    <a:gd name="connsiteX6" fmla="*/ 0 w 4320000"/>
                    <a:gd name="connsiteY6" fmla="*/ 1951200 h 1980000"/>
                    <a:gd name="connsiteX7" fmla="*/ 0 w 4320000"/>
                    <a:gd name="connsiteY7" fmla="*/ 28800 h 1980000"/>
                    <a:gd name="connsiteX8" fmla="*/ 28800 w 4320000"/>
                    <a:gd name="connsiteY8" fmla="*/ 0 h 1980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320000" h="1980000">
                      <a:moveTo>
                        <a:pt x="28800" y="0"/>
                      </a:moveTo>
                      <a:lnTo>
                        <a:pt x="4291200" y="0"/>
                      </a:lnTo>
                      <a:cubicBezTo>
                        <a:pt x="4307098" y="0"/>
                        <a:pt x="4320000" y="12902"/>
                        <a:pt x="4320000" y="28800"/>
                      </a:cubicBezTo>
                      <a:lnTo>
                        <a:pt x="4320000" y="1951200"/>
                      </a:lnTo>
                      <a:cubicBezTo>
                        <a:pt x="4320000" y="1967098"/>
                        <a:pt x="4307098" y="1980000"/>
                        <a:pt x="4291200" y="1980000"/>
                      </a:cubicBezTo>
                      <a:lnTo>
                        <a:pt x="28800" y="1980000"/>
                      </a:lnTo>
                      <a:cubicBezTo>
                        <a:pt x="12902" y="1980000"/>
                        <a:pt x="0" y="1967098"/>
                        <a:pt x="0" y="1951200"/>
                      </a:cubicBezTo>
                      <a:lnTo>
                        <a:pt x="0" y="28800"/>
                      </a:lnTo>
                      <a:cubicBezTo>
                        <a:pt x="0" y="12902"/>
                        <a:pt x="12902" y="0"/>
                        <a:pt x="28800" y="0"/>
                      </a:cubicBezTo>
                    </a:path>
                  </a:pathLst>
                </a:custGeom>
                <a:blipFill>
                  <a:blip r:embed="rId3"/>
                  <a:stretch>
                    <a:fillRect l="-153"/>
                  </a:stretch>
                </a:blipFill>
                <a:ln>
                  <a:noFill/>
                </a:ln>
                <a:effectLst>
                  <a:outerShdw blurRad="38100" sx="101000" sy="101000" algn="ctr" rotWithShape="0">
                    <a:schemeClr val="bg2">
                      <a:lumMod val="90000"/>
                      <a:alpha val="40000"/>
                    </a:scheme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4D3B47EC-5C80-95BA-F401-7E9E34A2B77C}"/>
                </a:ext>
              </a:extLst>
            </p:cNvPr>
            <p:cNvSpPr/>
            <p:nvPr/>
          </p:nvSpPr>
          <p:spPr>
            <a:xfrm>
              <a:off x="3232234" y="1136616"/>
              <a:ext cx="2478119" cy="41286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>
              <a:outerShdw blurRad="38100" sx="101000" sy="101000" algn="ctr" rotWithShape="0">
                <a:srgbClr val="DBEDF3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spc="150" dirty="0">
                  <a:solidFill>
                    <a:srgbClr val="192F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缺点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386291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2B5B0-7A8C-8068-4A3F-9C3360A50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8C3A68C-4DA8-87EA-3363-75936CB1817E}"/>
              </a:ext>
            </a:extLst>
          </p:cNvPr>
          <p:cNvSpPr/>
          <p:nvPr/>
        </p:nvSpPr>
        <p:spPr>
          <a:xfrm>
            <a:off x="0" y="1918514"/>
            <a:ext cx="9144000" cy="3533828"/>
          </a:xfrm>
          <a:prstGeom prst="rect">
            <a:avLst/>
          </a:prstGeom>
          <a:solidFill>
            <a:srgbClr val="192F59">
              <a:alpha val="78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>
              <a:solidFill>
                <a:srgbClr val="FFFFFF"/>
              </a:solidFill>
              <a:cs typeface="+mn-ea"/>
              <a:sym typeface="+mn-lt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523BE239-FD35-D301-951A-35BC6BF81C7B}"/>
              </a:ext>
            </a:extLst>
          </p:cNvPr>
          <p:cNvGrpSpPr/>
          <p:nvPr/>
        </p:nvGrpSpPr>
        <p:grpSpPr>
          <a:xfrm>
            <a:off x="0" y="1865487"/>
            <a:ext cx="9144000" cy="3639881"/>
            <a:chOff x="0" y="2025015"/>
            <a:chExt cx="9144000" cy="2647950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DAB5942E-7BB6-808E-1894-A9FBD2654457}"/>
                </a:ext>
              </a:extLst>
            </p:cNvPr>
            <p:cNvSpPr/>
            <p:nvPr userDrawn="1"/>
          </p:nvSpPr>
          <p:spPr>
            <a:xfrm>
              <a:off x="0" y="2065020"/>
              <a:ext cx="9144000" cy="2527935"/>
            </a:xfrm>
            <a:prstGeom prst="rect">
              <a:avLst/>
            </a:prstGeom>
            <a:blipFill>
              <a:blip r:embed="rId2"/>
              <a:srcRect/>
              <a:stretch>
                <a:fillRect t="-144025" b="-38197"/>
              </a:stretch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2DDA1186-9BD4-A0BD-2CFF-C2ACAF315CB7}"/>
                </a:ext>
              </a:extLst>
            </p:cNvPr>
            <p:cNvSpPr/>
            <p:nvPr userDrawn="1"/>
          </p:nvSpPr>
          <p:spPr>
            <a:xfrm>
              <a:off x="0" y="2065020"/>
              <a:ext cx="9144000" cy="2570798"/>
            </a:xfrm>
            <a:prstGeom prst="rect">
              <a:avLst/>
            </a:prstGeom>
            <a:solidFill>
              <a:srgbClr val="192F59">
                <a:alpha val="78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9506D20-8D79-5A84-6D6C-1B517A620FB1}"/>
                </a:ext>
              </a:extLst>
            </p:cNvPr>
            <p:cNvSpPr/>
            <p:nvPr userDrawn="1"/>
          </p:nvSpPr>
          <p:spPr>
            <a:xfrm>
              <a:off x="0" y="4584382"/>
              <a:ext cx="9144000" cy="88583"/>
            </a:xfrm>
            <a:prstGeom prst="rect">
              <a:avLst/>
            </a:prstGeom>
            <a:solidFill>
              <a:srgbClr val="EAC357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C7208818-EBA3-D8D9-2575-4F7CE5637773}"/>
                </a:ext>
              </a:extLst>
            </p:cNvPr>
            <p:cNvSpPr/>
            <p:nvPr userDrawn="1"/>
          </p:nvSpPr>
          <p:spPr>
            <a:xfrm>
              <a:off x="0" y="2025015"/>
              <a:ext cx="9144000" cy="88583"/>
            </a:xfrm>
            <a:prstGeom prst="rect">
              <a:avLst/>
            </a:prstGeom>
            <a:solidFill>
              <a:srgbClr val="EAC357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zh-CN" altLang="en-US" sz="135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3DAFB851-8D70-408F-7871-728EB5F01572}"/>
              </a:ext>
            </a:extLst>
          </p:cNvPr>
          <p:cNvSpPr txBox="1"/>
          <p:nvPr/>
        </p:nvSpPr>
        <p:spPr>
          <a:xfrm>
            <a:off x="1707273" y="3429000"/>
            <a:ext cx="572945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4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特征提取的相关应用</a:t>
            </a:r>
          </a:p>
        </p:txBody>
      </p:sp>
    </p:spTree>
    <p:extLst>
      <p:ext uri="{BB962C8B-B14F-4D97-AF65-F5344CB8AC3E}">
        <p14:creationId xmlns:p14="http://schemas.microsoft.com/office/powerpoint/2010/main" val="7168500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61579-A7AE-7011-4720-E47BE1E67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2EC772AB-9352-0831-2908-FE362850CA0A}"/>
              </a:ext>
            </a:extLst>
          </p:cNvPr>
          <p:cNvSpPr/>
          <p:nvPr/>
        </p:nvSpPr>
        <p:spPr>
          <a:xfrm>
            <a:off x="228564" y="736287"/>
            <a:ext cx="3510316" cy="520995"/>
          </a:xfrm>
          <a:prstGeom prst="roundRect">
            <a:avLst/>
          </a:prstGeom>
          <a:gradFill flip="none" rotWithShape="1">
            <a:gsLst>
              <a:gs pos="0">
                <a:srgbClr val="192F59">
                  <a:tint val="66000"/>
                  <a:satMod val="160000"/>
                </a:srgbClr>
              </a:gs>
              <a:gs pos="50000">
                <a:srgbClr val="192F59">
                  <a:tint val="44500"/>
                  <a:satMod val="160000"/>
                </a:srgbClr>
              </a:gs>
              <a:gs pos="100000">
                <a:srgbClr val="192F59">
                  <a:tint val="23500"/>
                  <a:satMod val="160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特征提取的相关应用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26825BF-8E02-9C8B-1607-7FB3676DCBA8}"/>
              </a:ext>
            </a:extLst>
          </p:cNvPr>
          <p:cNvSpPr txBox="1"/>
          <p:nvPr/>
        </p:nvSpPr>
        <p:spPr>
          <a:xfrm>
            <a:off x="73025" y="1415626"/>
            <a:ext cx="9070975" cy="1688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人脸检测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: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基于统计的检测方法是将人脸区域的图像转化到一定的特征空间中，根据在特征空间中的分布规律划分出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“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人脸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”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和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“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非人脸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”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两种模式。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1DB282A-1FBB-FF1F-12A2-63F5ED909F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2720" y="3104486"/>
            <a:ext cx="6075979" cy="3574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4275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06791-F2A4-42DB-749E-B7CA86D1D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11B6CE3F-CD8E-1B1A-F5DA-36F88C2DEAEB}"/>
              </a:ext>
            </a:extLst>
          </p:cNvPr>
          <p:cNvSpPr/>
          <p:nvPr/>
        </p:nvSpPr>
        <p:spPr>
          <a:xfrm>
            <a:off x="228564" y="736287"/>
            <a:ext cx="3510316" cy="520995"/>
          </a:xfrm>
          <a:prstGeom prst="roundRect">
            <a:avLst/>
          </a:prstGeom>
          <a:gradFill flip="none" rotWithShape="1">
            <a:gsLst>
              <a:gs pos="0">
                <a:srgbClr val="192F59">
                  <a:tint val="66000"/>
                  <a:satMod val="160000"/>
                </a:srgbClr>
              </a:gs>
              <a:gs pos="50000">
                <a:srgbClr val="192F59">
                  <a:tint val="44500"/>
                  <a:satMod val="160000"/>
                </a:srgbClr>
              </a:gs>
              <a:gs pos="100000">
                <a:srgbClr val="192F59">
                  <a:tint val="23500"/>
                  <a:satMod val="160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特征提取的相关应用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E83616E-17F2-DFE9-DF53-C189E47E9CB8}"/>
              </a:ext>
            </a:extLst>
          </p:cNvPr>
          <p:cNvSpPr txBox="1"/>
          <p:nvPr/>
        </p:nvSpPr>
        <p:spPr>
          <a:xfrm>
            <a:off x="73025" y="1415626"/>
            <a:ext cx="9070975" cy="1688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EigenFace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：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在人脸识别的历史上应该是一个里程碑，被认为是第一个有效的人脸识别算法。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进行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K-L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变换，消除原始向量各分量的相关性。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FCED310-32F8-CB80-36D0-5AE238F96B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00" y="3104486"/>
            <a:ext cx="8957175" cy="33057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499208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37AA7-2420-E9A9-0A80-656992A5A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A819E29-69FD-C667-EA93-5E0AC4A19128}"/>
              </a:ext>
            </a:extLst>
          </p:cNvPr>
          <p:cNvSpPr txBox="1"/>
          <p:nvPr/>
        </p:nvSpPr>
        <p:spPr>
          <a:xfrm>
            <a:off x="1887638" y="3062162"/>
            <a:ext cx="55194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完成学习通上的随堂测试题目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1DB7389-6643-39CA-3A49-A8D50F28A6BC}"/>
              </a:ext>
            </a:extLst>
          </p:cNvPr>
          <p:cNvPicPr/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30450" t="25267" r="32150" b="21956"/>
          <a:stretch>
            <a:fillRect/>
          </a:stretch>
        </p:blipFill>
        <p:spPr>
          <a:xfrm>
            <a:off x="7654290" y="846455"/>
            <a:ext cx="1189355" cy="1355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9183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27AB6F9C-FD44-396A-41F6-7E78F86E8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581394" y="1925782"/>
            <a:ext cx="14528660" cy="3273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5818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43582-FAE0-8932-7C58-7FDE93C58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630683D-046D-D5F5-20F9-E10C8A521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717" y="2029691"/>
            <a:ext cx="14528660" cy="3273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9640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mEyOWRkMDIyODA5NzJmNDRmMzhlNGVlMzIzM2RmZDA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FSHAPE" val="92149287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FSHAPE" val="92149287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FSHAPE" val="92149287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FSHAPE" val="92149287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FSHAPE" val="92149287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FSHAPE" val="92149287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FSHAPE" val="92149287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FSHAPE" val="92149287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FSHAPE" val="921492876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9531</TotalTime>
  <Words>1383</Words>
  <Application>Microsoft Office PowerPoint</Application>
  <PresentationFormat>全屏显示(4:3)</PresentationFormat>
  <Paragraphs>105</Paragraphs>
  <Slides>23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4" baseType="lpstr">
      <vt:lpstr>quote-cjk-patch</vt:lpstr>
      <vt:lpstr>等线</vt:lpstr>
      <vt:lpstr>三极准柔宋</vt:lpstr>
      <vt:lpstr>微软雅黑</vt:lpstr>
      <vt:lpstr>Arial</vt:lpstr>
      <vt:lpstr>Calibri</vt:lpstr>
      <vt:lpstr>Cambria Math</vt:lpstr>
      <vt:lpstr>Impact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Lin M.Y.</dc:creator>
  <cp:lastModifiedBy>卫林 刘</cp:lastModifiedBy>
  <cp:revision>1046</cp:revision>
  <dcterms:created xsi:type="dcterms:W3CDTF">2019-07-31T06:15:00Z</dcterms:created>
  <dcterms:modified xsi:type="dcterms:W3CDTF">2026-05-10T14:49:09Z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42F7A0A9ABD44E4BBBE99E27F2F08D21</vt:lpwstr>
  </property>
  <property fmtid="{D5CDD505-2E9C-101B-9397-08002B2CF9AE}" pid="3" name="KSOProductBuildVer">
    <vt:lpwstr>2052-12.1.0.19302</vt:lpwstr>
  </property>
</Properties>
</file>